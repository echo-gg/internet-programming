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17"/>
  </p:notesMasterIdLst>
  <p:sldIdLst>
    <p:sldId id="724" r:id="rId3"/>
    <p:sldId id="723" r:id="rId4"/>
    <p:sldId id="726" r:id="rId5"/>
    <p:sldId id="735" r:id="rId6"/>
    <p:sldId id="736" r:id="rId7"/>
    <p:sldId id="737" r:id="rId8"/>
    <p:sldId id="734" r:id="rId9"/>
    <p:sldId id="714" r:id="rId10"/>
    <p:sldId id="738" r:id="rId11"/>
    <p:sldId id="739" r:id="rId12"/>
    <p:sldId id="740" r:id="rId13"/>
    <p:sldId id="742" r:id="rId14"/>
    <p:sldId id="741" r:id="rId15"/>
    <p:sldId id="725" r:id="rId16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90" d="100"/>
          <a:sy n="90" d="100"/>
        </p:scale>
        <p:origin x="158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presProps" Target="presProps.xml"/><Relationship Id="rId3" Type="http://schemas.openxmlformats.org/officeDocument/2006/relationships/slide" Target="slides/slide1.xml"/><Relationship Id="rId21" Type="http://schemas.openxmlformats.org/officeDocument/2006/relationships/tableStyles" Target="tableStyle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10" Type="http://schemas.openxmlformats.org/officeDocument/2006/relationships/slide" Target="slides/slide8.xml"/><Relationship Id="rId19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94F478C-D34C-439F-A52B-288080CD82B9}" type="datetimeFigureOut">
              <a:rPr lang="zh-CN" altLang="en-US" smtClean="0"/>
              <a:t>2026/6/30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CC16766-C55D-4A69-AB79-206B66A8A98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3399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B738971-7B68-4B20-ABC8-807C010FCE2C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5169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B738971-7B68-4B20-ABC8-807C010FCE2C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0720071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298EAF-0831-46DC-74C7-09687F8362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9CC0416E-94B3-0723-451A-0BB2D2C7E8F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FE99166D-3EE5-C064-D245-8FE12BB7400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79EEF0C-BB78-D3E7-A5EC-117CA3E5835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B738971-7B68-4B20-ABC8-807C010FCE2C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9762888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ABBC27-1749-9078-81B5-DE0B447789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5C99DC28-DF6F-CA64-1B67-4359D18FDC9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A700EEF0-D377-7BF3-8A4B-855884DF2F9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A6EF9AA-050F-75E3-3EC9-0CE5E21F4A0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B738971-7B68-4B20-ABC8-807C010FCE2C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1705114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04EDBC-8352-5291-2E4F-27D91B96E2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49A00B8E-CF95-B22A-9A72-093D2088CFA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EC76A07E-6A7F-D767-B7E0-92D3406D048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B3FCA94-E17E-521E-3DBA-F03BE985BFF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B738971-7B68-4B20-ABC8-807C010FCE2C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1212739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800C57-7A94-A2CF-8B11-A0BF1BDF58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2F6941BF-388B-AD3E-432C-9BEBB230C91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EC69D24E-E2F3-CB53-7454-CDAA72B5DA5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9EDFDD7-9AC0-CEA0-E89A-BAA068D07EF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B738971-7B68-4B20-ABC8-807C010FCE2C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9183840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3791853-5CA6-4AFD-ABAE-01C47BF7F683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4085307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B738971-7B68-4B20-ABC8-807C010FCE2C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012335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3E0B8E6-7D70-FF5A-97F5-0BD2EFDDDF2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953C49E8-01EA-0632-58E1-8788D74F207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42E71AF-F584-A435-00BA-3CD45A39C6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E3E694-23FA-434A-8E00-0DAE3B948F43}" type="datetimeFigureOut">
              <a:rPr lang="zh-CN" altLang="en-US" smtClean="0"/>
              <a:t>2026/6/30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451EB1B-D5CB-7865-1ED2-44CFD70138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2152969-C5B4-2C7E-08A1-D533FDAE45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FC4C22-3292-4522-BD09-257BD48C99E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750817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73D79A8-CA23-18E8-EB94-01EC448937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3DA90C7-4149-E9EA-3BF1-73CDE55EEE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1D88AC4-4A95-81F5-6640-51AE2E14D7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E3E694-23FA-434A-8E00-0DAE3B948F43}" type="datetimeFigureOut">
              <a:rPr lang="zh-CN" altLang="en-US" smtClean="0"/>
              <a:t>2026/6/30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884AC3B-DE7C-5C70-811B-C526A94EE8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2AC438B-C1F9-E1C5-53AF-EE878B8DCD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FC4C22-3292-4522-BD09-257BD48C99E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507770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58B01D9-1447-85C6-B3D9-E1156B3486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70989A7-14E8-F515-5865-813B5E5F58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D42466A-39D6-CB68-6CDB-311742F6B1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E3E694-23FA-434A-8E00-0DAE3B948F43}" type="datetimeFigureOut">
              <a:rPr lang="zh-CN" altLang="en-US" smtClean="0"/>
              <a:t>2026/6/30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732C337-011F-B2F6-DA6D-8BDF4D7D48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4A2D194-71FE-A34B-B549-60DAF3AD41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FC4C22-3292-4522-BD09-257BD48C99E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706352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DA433CA-D0E5-30A7-06B5-39AE3AAD99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FB6E54B-6704-7EDF-65AF-B21755B7552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90FFC990-4EE9-9DA2-4968-87EDB3A6B1D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7EF8BF95-2C4B-F4EE-2488-EC33002F5F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E3E694-23FA-434A-8E00-0DAE3B948F43}" type="datetimeFigureOut">
              <a:rPr lang="zh-CN" altLang="en-US" smtClean="0"/>
              <a:t>2026/6/30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DFA2BEB-A292-DD46-2DAF-D5FD3150ED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1E1A600-445A-0ADE-688C-83FBD27247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FC4C22-3292-4522-BD09-257BD48C99E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365178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98DC523-A531-861B-40F9-0FDC36B974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13AA801-AD7B-B0FC-B69A-B14B09FD14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43D820CD-F225-25A7-ADFE-D57283DEB1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77A30D0F-6C62-4F81-8249-00015F0AB27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284A32BA-C243-29CC-3935-D28F911C86D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B286502F-A5A8-828B-6F72-F82D2DE062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E3E694-23FA-434A-8E00-0DAE3B948F43}" type="datetimeFigureOut">
              <a:rPr lang="zh-CN" altLang="en-US" smtClean="0"/>
              <a:t>2026/6/30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809B2184-ECC7-1FF9-5E93-47CFA1E9A9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67D0888B-03A9-48D1-7C79-B1D6BC1D22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FC4C22-3292-4522-BD09-257BD48C99E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071910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40F75A8-DFDA-452F-EA15-8CB1F4B8E6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2DAD38DF-9771-407E-37CC-FAE0B498DE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E3E694-23FA-434A-8E00-0DAE3B948F43}" type="datetimeFigureOut">
              <a:rPr lang="zh-CN" altLang="en-US" smtClean="0"/>
              <a:t>2026/6/30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5C1B271B-C195-8B4E-0635-2D39B5D885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46375F38-6901-FBE6-D9F2-95C92F0248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FC4C22-3292-4522-BD09-257BD48C99E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067854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AC51C20B-0BE4-42B2-14A5-6538DBEC50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E3E694-23FA-434A-8E00-0DAE3B948F43}" type="datetimeFigureOut">
              <a:rPr lang="zh-CN" altLang="en-US" smtClean="0"/>
              <a:t>2026/6/30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7E035CCC-943F-4B47-C04C-46591B4A0B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B8320CB-67CD-6C27-FA6B-5A8CDE30A7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FC4C22-3292-4522-BD09-257BD48C99E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617651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E644751-167A-C12F-9E03-9F2AD5B408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AD0DF62-A252-1618-1535-F3A6F62751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8765BAF8-A101-5BF5-2E49-B4EE0945833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FF761D1-FE9A-DDCE-D5CC-377189574F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E3E694-23FA-434A-8E00-0DAE3B948F43}" type="datetimeFigureOut">
              <a:rPr lang="zh-CN" altLang="en-US" smtClean="0"/>
              <a:t>2026/6/30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3B8A56C-AD45-3219-461F-93F845B9A4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F5F0A14-4921-67CA-932D-DCA02C87F6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FC4C22-3292-4522-BD09-257BD48C99E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241161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C8CAC28-5322-1123-123B-CF00714D97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C752910B-3183-AE9E-0B2E-6E4AB421E23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F028CA92-5106-5D84-46B6-AB1B62A1B20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5006B95-FB6D-F831-08DC-B4DF208846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E3E694-23FA-434A-8E00-0DAE3B948F43}" type="datetimeFigureOut">
              <a:rPr lang="zh-CN" altLang="en-US" smtClean="0"/>
              <a:t>2026/6/30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8411B49-69BD-6675-31C7-EA3C600BD1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98F55BB-DAA1-C5DE-E844-D451B65C64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FC4C22-3292-4522-BD09-257BD48C99E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434874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F50B159-3BAE-8F36-767E-CB17F55C1C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1D2A1C2E-AF89-5975-CE82-1F726CB8BEB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F81DDDA-0F82-4513-63B9-1F5EB2F665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E3E694-23FA-434A-8E00-0DAE3B948F43}" type="datetimeFigureOut">
              <a:rPr lang="zh-CN" altLang="en-US" smtClean="0"/>
              <a:t>2026/6/30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4557B3B-52A5-2C5D-577C-A6EA379B67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3E5D801-7CBB-0160-97BA-74AB64F3B6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FC4C22-3292-4522-BD09-257BD48C99E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567092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1F58871C-82AA-2324-6BD2-04B6A602EC3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545E98CA-DCDF-2D34-05E9-49EB7F01154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BB33864-8AAC-D556-6D77-8992DE7104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E3E694-23FA-434A-8E00-0DAE3B948F43}" type="datetimeFigureOut">
              <a:rPr lang="zh-CN" altLang="en-US" smtClean="0"/>
              <a:t>2026/6/30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F6DEA4A-DB95-5306-0CD7-DF803BEC20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1559981-3D12-9B5F-F07E-2034E47438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FC4C22-3292-4522-BD09-257BD48C99E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1637722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页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F9A09FAB-BFD6-4BBE-A51A-1FF09A2BBE9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08064" y="449056"/>
            <a:ext cx="1582628" cy="481119"/>
          </a:xfrm>
          <a:prstGeom prst="rect">
            <a:avLst/>
          </a:prstGeom>
        </p:spPr>
      </p:pic>
      <p:sp>
        <p:nvSpPr>
          <p:cNvPr id="2" name="标题 1">
            <a:extLst>
              <a:ext uri="{FF2B5EF4-FFF2-40B4-BE49-F238E27FC236}">
                <a16:creationId xmlns:a16="http://schemas.microsoft.com/office/drawing/2014/main" id="{6EF0BFE3-E035-4DB9-A3D2-B8F99D35F02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17123" y="1130301"/>
            <a:ext cx="7112161" cy="2177314"/>
          </a:xfrm>
        </p:spPr>
        <p:txBody>
          <a:bodyPr lIns="0" anchor="b">
            <a:normAutofit/>
          </a:bodyPr>
          <a:lstStyle>
            <a:lvl1pPr algn="l">
              <a:lnSpc>
                <a:spcPct val="120000"/>
              </a:lnSpc>
              <a:defRPr sz="4400" b="1">
                <a:solidFill>
                  <a:srgbClr val="8D0A43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3BF0F1B1-16C1-47F5-83C1-E23FF7DB07E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03275" y="3307615"/>
            <a:ext cx="7126010" cy="508452"/>
          </a:xfrm>
        </p:spPr>
        <p:txBody>
          <a:bodyPr lIns="0">
            <a:normAutofit/>
          </a:bodyPr>
          <a:lstStyle>
            <a:lvl1pPr marL="0" indent="0" algn="l">
              <a:lnSpc>
                <a:spcPct val="120000"/>
              </a:lnSpc>
              <a:buNone/>
              <a:defRPr sz="18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</a:p>
        </p:txBody>
      </p:sp>
      <p:sp>
        <p:nvSpPr>
          <p:cNvPr id="114" name="文本占位符 113">
            <a:extLst>
              <a:ext uri="{FF2B5EF4-FFF2-40B4-BE49-F238E27FC236}">
                <a16:creationId xmlns:a16="http://schemas.microsoft.com/office/drawing/2014/main" id="{1D042017-EA01-0746-A58F-259DD19AD35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03275" y="4102632"/>
            <a:ext cx="7092950" cy="2031468"/>
          </a:xfrm>
        </p:spPr>
        <p:txBody>
          <a:bodyPr lIns="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</a:p>
        </p:txBody>
      </p:sp>
      <p:sp>
        <p:nvSpPr>
          <p:cNvPr id="117" name="矩形 116">
            <a:extLst>
              <a:ext uri="{FF2B5EF4-FFF2-40B4-BE49-F238E27FC236}">
                <a16:creationId xmlns:a16="http://schemas.microsoft.com/office/drawing/2014/main" id="{B266384C-2791-0F43-9817-F81B103A739A}"/>
              </a:ext>
            </a:extLst>
          </p:cNvPr>
          <p:cNvSpPr/>
          <p:nvPr userDrawn="1"/>
        </p:nvSpPr>
        <p:spPr>
          <a:xfrm>
            <a:off x="12014027" y="0"/>
            <a:ext cx="177972" cy="6858000"/>
          </a:xfrm>
          <a:prstGeom prst="rect">
            <a:avLst/>
          </a:prstGeom>
          <a:solidFill>
            <a:srgbClr val="AA266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solidFill>
                <a:srgbClr val="8D0A43"/>
              </a:solidFill>
            </a:endParaRPr>
          </a:p>
        </p:txBody>
      </p:sp>
      <p:sp>
        <p:nvSpPr>
          <p:cNvPr id="120" name="日期占位符 3">
            <a:extLst>
              <a:ext uri="{FF2B5EF4-FFF2-40B4-BE49-F238E27FC236}">
                <a16:creationId xmlns:a16="http://schemas.microsoft.com/office/drawing/2014/main" id="{69F5AB5E-E261-2045-8422-B183CAFE639E}"/>
              </a:ext>
            </a:extLst>
          </p:cNvPr>
          <p:cNvSpPr txBox="1">
            <a:spLocks/>
          </p:cNvSpPr>
          <p:nvPr userDrawn="1"/>
        </p:nvSpPr>
        <p:spPr>
          <a:xfrm>
            <a:off x="802095" y="6250105"/>
            <a:ext cx="2921000" cy="365125"/>
          </a:xfrm>
          <a:prstGeom prst="rect">
            <a:avLst/>
          </a:prstGeom>
        </p:spPr>
        <p:txBody>
          <a:bodyPr vert="horz" lIns="0" tIns="45720" rIns="91440" bIns="45720" rtlCol="0" anchor="ctr"/>
          <a:lstStyle>
            <a:defPPr>
              <a:defRPr lang="zh-CN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dirty="0"/>
              <a:t>自立、自律、自强</a:t>
            </a:r>
          </a:p>
        </p:txBody>
      </p:sp>
      <p:sp>
        <p:nvSpPr>
          <p:cNvPr id="116" name="图片占位符 115">
            <a:extLst>
              <a:ext uri="{FF2B5EF4-FFF2-40B4-BE49-F238E27FC236}">
                <a16:creationId xmlns:a16="http://schemas.microsoft.com/office/drawing/2014/main" id="{D2CC4584-6629-8047-B3CE-0C9B73D86919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7916864" y="0"/>
            <a:ext cx="4097163" cy="6858000"/>
          </a:xfrm>
          <a:custGeom>
            <a:avLst/>
            <a:gdLst>
              <a:gd name="connsiteX0" fmla="*/ 533952 w 4167120"/>
              <a:gd name="connsiteY0" fmla="*/ 0 h 6858000"/>
              <a:gd name="connsiteX1" fmla="*/ 4167120 w 4167120"/>
              <a:gd name="connsiteY1" fmla="*/ 0 h 6858000"/>
              <a:gd name="connsiteX2" fmla="*/ 4167120 w 4167120"/>
              <a:gd name="connsiteY2" fmla="*/ 6858000 h 6858000"/>
              <a:gd name="connsiteX3" fmla="*/ 427599 w 4167120"/>
              <a:gd name="connsiteY3" fmla="*/ 6858000 h 6858000"/>
              <a:gd name="connsiteX4" fmla="*/ 322189 w 4167120"/>
              <a:gd name="connsiteY4" fmla="*/ 6466939 h 6858000"/>
              <a:gd name="connsiteX5" fmla="*/ 0 w 4167120"/>
              <a:gd name="connsiteY5" fmla="*/ 3599121 h 6858000"/>
              <a:gd name="connsiteX6" fmla="*/ 455902 w 4167120"/>
              <a:gd name="connsiteY6" fmla="*/ 23524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120" h="6858000">
                <a:moveTo>
                  <a:pt x="533952" y="0"/>
                </a:moveTo>
                <a:lnTo>
                  <a:pt x="4167120" y="0"/>
                </a:lnTo>
                <a:lnTo>
                  <a:pt x="4167120" y="6858000"/>
                </a:lnTo>
                <a:lnTo>
                  <a:pt x="427599" y="6858000"/>
                </a:lnTo>
                <a:lnTo>
                  <a:pt x="322189" y="6466939"/>
                </a:lnTo>
                <a:cubicBezTo>
                  <a:pt x="116715" y="5614442"/>
                  <a:pt x="0" y="4637502"/>
                  <a:pt x="0" y="3599121"/>
                </a:cubicBezTo>
                <a:cubicBezTo>
                  <a:pt x="0" y="2353065"/>
                  <a:pt x="168069" y="1195481"/>
                  <a:pt x="455902" y="235243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kumimoji="1" lang="zh-CN" altLang="en-US" dirty="0"/>
          </a:p>
        </p:txBody>
      </p:sp>
      <p:sp>
        <p:nvSpPr>
          <p:cNvPr id="230" name="任意形状 229">
            <a:extLst>
              <a:ext uri="{FF2B5EF4-FFF2-40B4-BE49-F238E27FC236}">
                <a16:creationId xmlns:a16="http://schemas.microsoft.com/office/drawing/2014/main" id="{871B02A7-EF6F-134C-B920-6B76573B7D8C}"/>
              </a:ext>
            </a:extLst>
          </p:cNvPr>
          <p:cNvSpPr/>
          <p:nvPr userDrawn="1"/>
        </p:nvSpPr>
        <p:spPr>
          <a:xfrm>
            <a:off x="7812540" y="-86497"/>
            <a:ext cx="4270127" cy="7027086"/>
          </a:xfrm>
          <a:custGeom>
            <a:avLst/>
            <a:gdLst>
              <a:gd name="connsiteX0" fmla="*/ 533952 w 4167120"/>
              <a:gd name="connsiteY0" fmla="*/ 0 h 6858000"/>
              <a:gd name="connsiteX1" fmla="*/ 4167120 w 4167120"/>
              <a:gd name="connsiteY1" fmla="*/ 0 h 6858000"/>
              <a:gd name="connsiteX2" fmla="*/ 4167120 w 4167120"/>
              <a:gd name="connsiteY2" fmla="*/ 6858000 h 6858000"/>
              <a:gd name="connsiteX3" fmla="*/ 427599 w 4167120"/>
              <a:gd name="connsiteY3" fmla="*/ 6858000 h 6858000"/>
              <a:gd name="connsiteX4" fmla="*/ 322189 w 4167120"/>
              <a:gd name="connsiteY4" fmla="*/ 6466939 h 6858000"/>
              <a:gd name="connsiteX5" fmla="*/ 0 w 4167120"/>
              <a:gd name="connsiteY5" fmla="*/ 3599121 h 6858000"/>
              <a:gd name="connsiteX6" fmla="*/ 455902 w 4167120"/>
              <a:gd name="connsiteY6" fmla="*/ 23524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120" h="6858000">
                <a:moveTo>
                  <a:pt x="533952" y="0"/>
                </a:moveTo>
                <a:lnTo>
                  <a:pt x="4167120" y="0"/>
                </a:lnTo>
                <a:lnTo>
                  <a:pt x="4167120" y="6858000"/>
                </a:lnTo>
                <a:lnTo>
                  <a:pt x="427599" y="6858000"/>
                </a:lnTo>
                <a:lnTo>
                  <a:pt x="322189" y="6466939"/>
                </a:lnTo>
                <a:cubicBezTo>
                  <a:pt x="116715" y="5614442"/>
                  <a:pt x="0" y="4637502"/>
                  <a:pt x="0" y="3599121"/>
                </a:cubicBezTo>
                <a:cubicBezTo>
                  <a:pt x="0" y="2353065"/>
                  <a:pt x="168069" y="1195481"/>
                  <a:pt x="455902" y="235243"/>
                </a:cubicBezTo>
                <a:close/>
              </a:path>
            </a:pathLst>
          </a:custGeom>
          <a:noFill/>
          <a:ln>
            <a:solidFill>
              <a:srgbClr val="8D0A4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0000" tIns="180000" rIns="180000" bIns="180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>
              <a:lnSpc>
                <a:spcPct val="130000"/>
              </a:lnSpc>
            </a:pPr>
            <a:endParaRPr kumimoji="1" lang="zh-CN" altLang="en-US" sz="2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580616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页脚占位符 54">
            <a:extLst>
              <a:ext uri="{FF2B5EF4-FFF2-40B4-BE49-F238E27FC236}">
                <a16:creationId xmlns:a16="http://schemas.microsoft.com/office/drawing/2014/main" id="{00D9AA84-6FD8-884C-A4D5-33B8FD85969F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4038600" y="623570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BD0AF157-135E-5B48-83D7-67D478F83CDC}"/>
              </a:ext>
            </a:extLst>
          </p:cNvPr>
          <p:cNvSpPr/>
          <p:nvPr userDrawn="1"/>
        </p:nvSpPr>
        <p:spPr>
          <a:xfrm>
            <a:off x="-7348" y="0"/>
            <a:ext cx="177972" cy="6858000"/>
          </a:xfrm>
          <a:prstGeom prst="rect">
            <a:avLst/>
          </a:prstGeom>
          <a:solidFill>
            <a:srgbClr val="AA266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9" name="图片占位符 8">
            <a:extLst>
              <a:ext uri="{FF2B5EF4-FFF2-40B4-BE49-F238E27FC236}">
                <a16:creationId xmlns:a16="http://schemas.microsoft.com/office/drawing/2014/main" id="{B99CD373-9A19-B145-9F82-758C4568C29A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 flipH="1">
            <a:off x="170624" y="0"/>
            <a:ext cx="4097163" cy="6858000"/>
          </a:xfrm>
          <a:custGeom>
            <a:avLst/>
            <a:gdLst>
              <a:gd name="connsiteX0" fmla="*/ 533952 w 4167120"/>
              <a:gd name="connsiteY0" fmla="*/ 0 h 6858000"/>
              <a:gd name="connsiteX1" fmla="*/ 4167120 w 4167120"/>
              <a:gd name="connsiteY1" fmla="*/ 0 h 6858000"/>
              <a:gd name="connsiteX2" fmla="*/ 4167120 w 4167120"/>
              <a:gd name="connsiteY2" fmla="*/ 6858000 h 6858000"/>
              <a:gd name="connsiteX3" fmla="*/ 427599 w 4167120"/>
              <a:gd name="connsiteY3" fmla="*/ 6858000 h 6858000"/>
              <a:gd name="connsiteX4" fmla="*/ 322189 w 4167120"/>
              <a:gd name="connsiteY4" fmla="*/ 6466939 h 6858000"/>
              <a:gd name="connsiteX5" fmla="*/ 0 w 4167120"/>
              <a:gd name="connsiteY5" fmla="*/ 3599121 h 6858000"/>
              <a:gd name="connsiteX6" fmla="*/ 455902 w 4167120"/>
              <a:gd name="connsiteY6" fmla="*/ 23524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120" h="6858000">
                <a:moveTo>
                  <a:pt x="533952" y="0"/>
                </a:moveTo>
                <a:lnTo>
                  <a:pt x="4167120" y="0"/>
                </a:lnTo>
                <a:lnTo>
                  <a:pt x="4167120" y="6858000"/>
                </a:lnTo>
                <a:lnTo>
                  <a:pt x="427599" y="6858000"/>
                </a:lnTo>
                <a:lnTo>
                  <a:pt x="322189" y="6466939"/>
                </a:lnTo>
                <a:cubicBezTo>
                  <a:pt x="116715" y="5614442"/>
                  <a:pt x="0" y="4637502"/>
                  <a:pt x="0" y="3599121"/>
                </a:cubicBezTo>
                <a:cubicBezTo>
                  <a:pt x="0" y="2353065"/>
                  <a:pt x="168069" y="1195481"/>
                  <a:pt x="455902" y="235243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kumimoji="1" lang="zh-CN" altLang="en-US"/>
          </a:p>
        </p:txBody>
      </p:sp>
      <p:sp>
        <p:nvSpPr>
          <p:cNvPr id="10" name="任意形状 9">
            <a:extLst>
              <a:ext uri="{FF2B5EF4-FFF2-40B4-BE49-F238E27FC236}">
                <a16:creationId xmlns:a16="http://schemas.microsoft.com/office/drawing/2014/main" id="{9CD7EF8E-C973-F549-8D89-2BDFF14D89D4}"/>
              </a:ext>
            </a:extLst>
          </p:cNvPr>
          <p:cNvSpPr/>
          <p:nvPr userDrawn="1"/>
        </p:nvSpPr>
        <p:spPr>
          <a:xfrm flipH="1">
            <a:off x="11738" y="-90722"/>
            <a:ext cx="4332705" cy="7039443"/>
          </a:xfrm>
          <a:custGeom>
            <a:avLst/>
            <a:gdLst>
              <a:gd name="connsiteX0" fmla="*/ 533952 w 4167120"/>
              <a:gd name="connsiteY0" fmla="*/ 0 h 6858000"/>
              <a:gd name="connsiteX1" fmla="*/ 4167120 w 4167120"/>
              <a:gd name="connsiteY1" fmla="*/ 0 h 6858000"/>
              <a:gd name="connsiteX2" fmla="*/ 4167120 w 4167120"/>
              <a:gd name="connsiteY2" fmla="*/ 6858000 h 6858000"/>
              <a:gd name="connsiteX3" fmla="*/ 427599 w 4167120"/>
              <a:gd name="connsiteY3" fmla="*/ 6858000 h 6858000"/>
              <a:gd name="connsiteX4" fmla="*/ 322189 w 4167120"/>
              <a:gd name="connsiteY4" fmla="*/ 6466939 h 6858000"/>
              <a:gd name="connsiteX5" fmla="*/ 0 w 4167120"/>
              <a:gd name="connsiteY5" fmla="*/ 3599121 h 6858000"/>
              <a:gd name="connsiteX6" fmla="*/ 455902 w 4167120"/>
              <a:gd name="connsiteY6" fmla="*/ 23524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120" h="6858000">
                <a:moveTo>
                  <a:pt x="533952" y="0"/>
                </a:moveTo>
                <a:lnTo>
                  <a:pt x="4167120" y="0"/>
                </a:lnTo>
                <a:lnTo>
                  <a:pt x="4167120" y="6858000"/>
                </a:lnTo>
                <a:lnTo>
                  <a:pt x="427599" y="6858000"/>
                </a:lnTo>
                <a:lnTo>
                  <a:pt x="322189" y="6466939"/>
                </a:lnTo>
                <a:cubicBezTo>
                  <a:pt x="116715" y="5614442"/>
                  <a:pt x="0" y="4637502"/>
                  <a:pt x="0" y="3599121"/>
                </a:cubicBezTo>
                <a:cubicBezTo>
                  <a:pt x="0" y="2353065"/>
                  <a:pt x="168069" y="1195481"/>
                  <a:pt x="455902" y="235243"/>
                </a:cubicBezTo>
                <a:close/>
              </a:path>
            </a:pathLst>
          </a:custGeom>
          <a:noFill/>
          <a:ln>
            <a:solidFill>
              <a:srgbClr val="8D0A4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0000" tIns="180000" rIns="180000" bIns="180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>
              <a:lnSpc>
                <a:spcPct val="130000"/>
              </a:lnSpc>
            </a:pPr>
            <a:endParaRPr kumimoji="1" lang="zh-CN" altLang="en-US" sz="2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5090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转场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EEE47CB6-0B60-4938-B1C6-A57C485A435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60400" y="6235700"/>
            <a:ext cx="2921000" cy="365125"/>
          </a:xfrm>
          <a:prstGeom prst="rect">
            <a:avLst/>
          </a:prstGeom>
        </p:spPr>
        <p:txBody>
          <a:bodyPr/>
          <a:lstStyle/>
          <a:p>
            <a:fld id="{D6478642-F5CF-47BB-99CE-6B8ED7A71BD2}" type="datetimeFigureOut">
              <a:rPr lang="zh-CN" altLang="en-US" smtClean="0"/>
              <a:t>2026/6/30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BE76D4F4-75D7-453C-9536-3BDEB35A1C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23570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0324726-48AA-42C3-A6FE-76CC86451F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235700"/>
            <a:ext cx="2905340" cy="365125"/>
          </a:xfrm>
          <a:prstGeom prst="rect">
            <a:avLst/>
          </a:prstGeom>
        </p:spPr>
        <p:txBody>
          <a:bodyPr/>
          <a:lstStyle/>
          <a:p>
            <a:fld id="{DA0C4C2A-0013-4D0D-BA0B-DE308E42093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730252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结尾版式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页脚占位符 2">
            <a:extLst>
              <a:ext uri="{FF2B5EF4-FFF2-40B4-BE49-F238E27FC236}">
                <a16:creationId xmlns:a16="http://schemas.microsoft.com/office/drawing/2014/main" id="{D8967008-B1EA-FB4D-BE8C-1B260FCAE29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4038600" y="623570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04CBD1B-5FE0-BB47-841B-610A98482E6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8610600" y="6235700"/>
            <a:ext cx="2905340" cy="365125"/>
          </a:xfrm>
          <a:prstGeom prst="rect">
            <a:avLst/>
          </a:prstGeom>
        </p:spPr>
        <p:txBody>
          <a:bodyPr/>
          <a:lstStyle/>
          <a:p>
            <a:fld id="{DA0C4C2A-0013-4D0D-BA0B-DE308E42093C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6" name="副标题 2">
            <a:extLst>
              <a:ext uri="{FF2B5EF4-FFF2-40B4-BE49-F238E27FC236}">
                <a16:creationId xmlns:a16="http://schemas.microsoft.com/office/drawing/2014/main" id="{BE8003EA-96A0-3644-9A10-76DAC884F4D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03275" y="3658405"/>
            <a:ext cx="5292725" cy="508452"/>
          </a:xfrm>
        </p:spPr>
        <p:txBody>
          <a:bodyPr lIns="0">
            <a:normAutofit/>
          </a:bodyPr>
          <a:lstStyle>
            <a:lvl1pPr marL="0" indent="0" algn="dist">
              <a:lnSpc>
                <a:spcPct val="120000"/>
              </a:lnSpc>
              <a:buNone/>
              <a:defRPr sz="18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</a:p>
        </p:txBody>
      </p:sp>
      <p:sp>
        <p:nvSpPr>
          <p:cNvPr id="112" name="文本占位符 111">
            <a:extLst>
              <a:ext uri="{FF2B5EF4-FFF2-40B4-BE49-F238E27FC236}">
                <a16:creationId xmlns:a16="http://schemas.microsoft.com/office/drawing/2014/main" id="{0731B98D-735C-7E4E-913B-3B4EE1158F2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03275" y="1130300"/>
            <a:ext cx="5292726" cy="2501900"/>
          </a:xfrm>
        </p:spPr>
        <p:txBody>
          <a:bodyPr anchor="b" anchorCtr="0">
            <a:normAutofit/>
          </a:bodyPr>
          <a:lstStyle>
            <a:lvl1pPr marL="0" indent="0" algn="dist">
              <a:buNone/>
              <a:defRPr sz="4400" b="1">
                <a:solidFill>
                  <a:schemeClr val="accent2"/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</a:p>
        </p:txBody>
      </p:sp>
      <p:sp>
        <p:nvSpPr>
          <p:cNvPr id="113" name="日期占位符 3">
            <a:extLst>
              <a:ext uri="{FF2B5EF4-FFF2-40B4-BE49-F238E27FC236}">
                <a16:creationId xmlns:a16="http://schemas.microsoft.com/office/drawing/2014/main" id="{7668A64A-6352-BF40-9190-08C653062FA3}"/>
              </a:ext>
            </a:extLst>
          </p:cNvPr>
          <p:cNvSpPr txBox="1">
            <a:spLocks/>
          </p:cNvSpPr>
          <p:nvPr userDrawn="1"/>
        </p:nvSpPr>
        <p:spPr>
          <a:xfrm>
            <a:off x="803274" y="6235699"/>
            <a:ext cx="2921000" cy="365125"/>
          </a:xfrm>
          <a:prstGeom prst="rect">
            <a:avLst/>
          </a:prstGeom>
        </p:spPr>
        <p:txBody>
          <a:bodyPr vert="horz" lIns="0" tIns="45720" rIns="91440" bIns="45720" rtlCol="0" anchor="ctr"/>
          <a:lstStyle>
            <a:defPPr>
              <a:defRPr lang="zh-CN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dirty="0"/>
              <a:t>自立、自律、自强</a:t>
            </a:r>
          </a:p>
        </p:txBody>
      </p:sp>
      <p:pic>
        <p:nvPicPr>
          <p:cNvPr id="114" name="图片 113">
            <a:extLst>
              <a:ext uri="{FF2B5EF4-FFF2-40B4-BE49-F238E27FC236}">
                <a16:creationId xmlns:a16="http://schemas.microsoft.com/office/drawing/2014/main" id="{96A39603-9C28-4010-B24C-F983984C623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08064" y="449056"/>
            <a:ext cx="1582628" cy="4811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21966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结尾版式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22E18322-23BE-4E81-BB4E-E8559BBCDB2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300779" y="6198199"/>
            <a:ext cx="1079012" cy="440123"/>
          </a:xfrm>
          <a:prstGeom prst="rect">
            <a:avLst/>
          </a:prstGeom>
        </p:spPr>
      </p:pic>
      <p:sp>
        <p:nvSpPr>
          <p:cNvPr id="37" name="任意形状 36">
            <a:extLst>
              <a:ext uri="{FF2B5EF4-FFF2-40B4-BE49-F238E27FC236}">
                <a16:creationId xmlns:a16="http://schemas.microsoft.com/office/drawing/2014/main" id="{094E4669-55C5-874C-A68C-6E431CC09A50}"/>
              </a:ext>
            </a:extLst>
          </p:cNvPr>
          <p:cNvSpPr/>
          <p:nvPr userDrawn="1"/>
        </p:nvSpPr>
        <p:spPr>
          <a:xfrm>
            <a:off x="-134112" y="-106934"/>
            <a:ext cx="12468264" cy="3829332"/>
          </a:xfrm>
          <a:custGeom>
            <a:avLst/>
            <a:gdLst>
              <a:gd name="connsiteX0" fmla="*/ 0 w 12192000"/>
              <a:gd name="connsiteY0" fmla="*/ 0 h 3632200"/>
              <a:gd name="connsiteX1" fmla="*/ 12192000 w 12192000"/>
              <a:gd name="connsiteY1" fmla="*/ 0 h 3632200"/>
              <a:gd name="connsiteX2" fmla="*/ 12192000 w 12192000"/>
              <a:gd name="connsiteY2" fmla="*/ 2602097 h 3632200"/>
              <a:gd name="connsiteX3" fmla="*/ 11858362 w 12192000"/>
              <a:gd name="connsiteY3" fmla="*/ 2747371 h 3632200"/>
              <a:gd name="connsiteX4" fmla="*/ 6859519 w 12192000"/>
              <a:gd name="connsiteY4" fmla="*/ 3619648 h 3632200"/>
              <a:gd name="connsiteX5" fmla="*/ 6096062 w 12192000"/>
              <a:gd name="connsiteY5" fmla="*/ 3632200 h 3632200"/>
              <a:gd name="connsiteX6" fmla="*/ 6095939 w 12192000"/>
              <a:gd name="connsiteY6" fmla="*/ 3632200 h 3632200"/>
              <a:gd name="connsiteX7" fmla="*/ 5332482 w 12192000"/>
              <a:gd name="connsiteY7" fmla="*/ 3619648 h 3632200"/>
              <a:gd name="connsiteX8" fmla="*/ 333638 w 12192000"/>
              <a:gd name="connsiteY8" fmla="*/ 2747371 h 3632200"/>
              <a:gd name="connsiteX9" fmla="*/ 0 w 12192000"/>
              <a:gd name="connsiteY9" fmla="*/ 2602097 h 3632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192000" h="3632200">
                <a:moveTo>
                  <a:pt x="0" y="0"/>
                </a:moveTo>
                <a:lnTo>
                  <a:pt x="12192000" y="0"/>
                </a:lnTo>
                <a:lnTo>
                  <a:pt x="12192000" y="2602097"/>
                </a:lnTo>
                <a:lnTo>
                  <a:pt x="11858362" y="2747371"/>
                </a:lnTo>
                <a:cubicBezTo>
                  <a:pt x="10640880" y="3227716"/>
                  <a:pt x="8867829" y="3553239"/>
                  <a:pt x="6859519" y="3619648"/>
                </a:cubicBezTo>
                <a:lnTo>
                  <a:pt x="6096062" y="3632200"/>
                </a:lnTo>
                <a:lnTo>
                  <a:pt x="6095939" y="3632200"/>
                </a:lnTo>
                <a:lnTo>
                  <a:pt x="5332482" y="3619648"/>
                </a:lnTo>
                <a:cubicBezTo>
                  <a:pt x="3324171" y="3553239"/>
                  <a:pt x="1551120" y="3227716"/>
                  <a:pt x="333638" y="2747371"/>
                </a:cubicBezTo>
                <a:lnTo>
                  <a:pt x="0" y="2602097"/>
                </a:lnTo>
                <a:close/>
              </a:path>
            </a:pathLst>
          </a:cu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0000" tIns="180000" rIns="180000" bIns="180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>
              <a:lnSpc>
                <a:spcPct val="130000"/>
              </a:lnSpc>
            </a:pPr>
            <a:endParaRPr kumimoji="1" lang="zh-CN" altLang="en-US" sz="2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D8967008-B1EA-FB4D-BE8C-1B260FCAE29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4038600" y="623570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04CBD1B-5FE0-BB47-841B-610A98482E6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8610600" y="6235700"/>
            <a:ext cx="2905340" cy="365125"/>
          </a:xfrm>
          <a:prstGeom prst="rect">
            <a:avLst/>
          </a:prstGeom>
        </p:spPr>
        <p:txBody>
          <a:bodyPr/>
          <a:lstStyle/>
          <a:p>
            <a:fld id="{DA0C4C2A-0013-4D0D-BA0B-DE308E42093C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13" name="日期占位符 3">
            <a:extLst>
              <a:ext uri="{FF2B5EF4-FFF2-40B4-BE49-F238E27FC236}">
                <a16:creationId xmlns:a16="http://schemas.microsoft.com/office/drawing/2014/main" id="{7668A64A-6352-BF40-9190-08C653062FA3}"/>
              </a:ext>
            </a:extLst>
          </p:cNvPr>
          <p:cNvSpPr txBox="1">
            <a:spLocks/>
          </p:cNvSpPr>
          <p:nvPr userDrawn="1"/>
        </p:nvSpPr>
        <p:spPr>
          <a:xfrm>
            <a:off x="803274" y="6235699"/>
            <a:ext cx="2921000" cy="365125"/>
          </a:xfrm>
          <a:prstGeom prst="rect">
            <a:avLst/>
          </a:prstGeom>
        </p:spPr>
        <p:txBody>
          <a:bodyPr vert="horz" lIns="0" tIns="45720" rIns="91440" bIns="45720" rtlCol="0" anchor="ctr"/>
          <a:lstStyle>
            <a:defPPr>
              <a:defRPr lang="zh-CN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dirty="0"/>
              <a:t>自强、弘毅、求是、拓新</a:t>
            </a:r>
          </a:p>
        </p:txBody>
      </p:sp>
      <p:sp>
        <p:nvSpPr>
          <p:cNvPr id="9" name="图片占位符 8">
            <a:extLst>
              <a:ext uri="{FF2B5EF4-FFF2-40B4-BE49-F238E27FC236}">
                <a16:creationId xmlns:a16="http://schemas.microsoft.com/office/drawing/2014/main" id="{5604C697-5F9B-7147-A35C-C3337DB17A32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12192000" cy="3632200"/>
          </a:xfrm>
          <a:custGeom>
            <a:avLst/>
            <a:gdLst>
              <a:gd name="connsiteX0" fmla="*/ 0 w 12192000"/>
              <a:gd name="connsiteY0" fmla="*/ 0 h 3632200"/>
              <a:gd name="connsiteX1" fmla="*/ 12192000 w 12192000"/>
              <a:gd name="connsiteY1" fmla="*/ 0 h 3632200"/>
              <a:gd name="connsiteX2" fmla="*/ 12192000 w 12192000"/>
              <a:gd name="connsiteY2" fmla="*/ 2602097 h 3632200"/>
              <a:gd name="connsiteX3" fmla="*/ 11858362 w 12192000"/>
              <a:gd name="connsiteY3" fmla="*/ 2747371 h 3632200"/>
              <a:gd name="connsiteX4" fmla="*/ 6859519 w 12192000"/>
              <a:gd name="connsiteY4" fmla="*/ 3619648 h 3632200"/>
              <a:gd name="connsiteX5" fmla="*/ 6096062 w 12192000"/>
              <a:gd name="connsiteY5" fmla="*/ 3632200 h 3632200"/>
              <a:gd name="connsiteX6" fmla="*/ 6095939 w 12192000"/>
              <a:gd name="connsiteY6" fmla="*/ 3632200 h 3632200"/>
              <a:gd name="connsiteX7" fmla="*/ 5332482 w 12192000"/>
              <a:gd name="connsiteY7" fmla="*/ 3619648 h 3632200"/>
              <a:gd name="connsiteX8" fmla="*/ 333638 w 12192000"/>
              <a:gd name="connsiteY8" fmla="*/ 2747371 h 3632200"/>
              <a:gd name="connsiteX9" fmla="*/ 0 w 12192000"/>
              <a:gd name="connsiteY9" fmla="*/ 2602097 h 3632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192000" h="3632200">
                <a:moveTo>
                  <a:pt x="0" y="0"/>
                </a:moveTo>
                <a:lnTo>
                  <a:pt x="12192000" y="0"/>
                </a:lnTo>
                <a:lnTo>
                  <a:pt x="12192000" y="2602097"/>
                </a:lnTo>
                <a:lnTo>
                  <a:pt x="11858362" y="2747371"/>
                </a:lnTo>
                <a:cubicBezTo>
                  <a:pt x="10640880" y="3227716"/>
                  <a:pt x="8867829" y="3553239"/>
                  <a:pt x="6859519" y="3619648"/>
                </a:cubicBezTo>
                <a:lnTo>
                  <a:pt x="6096062" y="3632200"/>
                </a:lnTo>
                <a:lnTo>
                  <a:pt x="6095939" y="3632200"/>
                </a:lnTo>
                <a:lnTo>
                  <a:pt x="5332482" y="3619648"/>
                </a:lnTo>
                <a:cubicBezTo>
                  <a:pt x="3324171" y="3553239"/>
                  <a:pt x="1551120" y="3227716"/>
                  <a:pt x="333638" y="2747371"/>
                </a:cubicBezTo>
                <a:lnTo>
                  <a:pt x="0" y="2602097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2540453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" name="图片 104">
            <a:extLst>
              <a:ext uri="{FF2B5EF4-FFF2-40B4-BE49-F238E27FC236}">
                <a16:creationId xmlns:a16="http://schemas.microsoft.com/office/drawing/2014/main" id="{F9CCAF4F-9917-4AB0-8011-BEEEC0837B5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858405" y="455660"/>
            <a:ext cx="1594567" cy="481119"/>
          </a:xfrm>
          <a:prstGeom prst="rect">
            <a:avLst/>
          </a:prstGeom>
        </p:spPr>
      </p:pic>
      <p:sp>
        <p:nvSpPr>
          <p:cNvPr id="2" name="标题 1">
            <a:extLst>
              <a:ext uri="{FF2B5EF4-FFF2-40B4-BE49-F238E27FC236}">
                <a16:creationId xmlns:a16="http://schemas.microsoft.com/office/drawing/2014/main" id="{2F6E400B-D16B-4A3A-AC95-3E3276FD3F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3275" y="393486"/>
            <a:ext cx="8970989" cy="663575"/>
          </a:xfrm>
        </p:spPr>
        <p:txBody>
          <a:bodyPr lIns="0"/>
          <a:lstStyle>
            <a:lvl1pPr>
              <a:defRPr b="1">
                <a:solidFill>
                  <a:schemeClr val="tx1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cxnSp>
        <p:nvCxnSpPr>
          <p:cNvPr id="4" name="直线连接符 3">
            <a:extLst>
              <a:ext uri="{FF2B5EF4-FFF2-40B4-BE49-F238E27FC236}">
                <a16:creationId xmlns:a16="http://schemas.microsoft.com/office/drawing/2014/main" id="{959D5530-A0A5-934E-AAE7-E3140A5C1BA3}"/>
              </a:ext>
            </a:extLst>
          </p:cNvPr>
          <p:cNvCxnSpPr/>
          <p:nvPr userDrawn="1"/>
        </p:nvCxnSpPr>
        <p:spPr>
          <a:xfrm>
            <a:off x="0" y="1016000"/>
            <a:ext cx="12192000" cy="0"/>
          </a:xfrm>
          <a:prstGeom prst="line">
            <a:avLst/>
          </a:prstGeom>
          <a:ln w="12700">
            <a:solidFill>
              <a:srgbClr val="8D0A4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300905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引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F6E400B-D16B-4A3A-AC95-3E3276FD3F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3275" y="393486"/>
            <a:ext cx="8970989" cy="663575"/>
          </a:xfrm>
        </p:spPr>
        <p:txBody>
          <a:bodyPr lIns="0"/>
          <a:lstStyle>
            <a:lvl1pPr>
              <a:defRPr b="1">
                <a:solidFill>
                  <a:schemeClr val="tx1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cxnSp>
        <p:nvCxnSpPr>
          <p:cNvPr id="4" name="直线连接符 3">
            <a:extLst>
              <a:ext uri="{FF2B5EF4-FFF2-40B4-BE49-F238E27FC236}">
                <a16:creationId xmlns:a16="http://schemas.microsoft.com/office/drawing/2014/main" id="{959D5530-A0A5-934E-AAE7-E3140A5C1BA3}"/>
              </a:ext>
            </a:extLst>
          </p:cNvPr>
          <p:cNvCxnSpPr/>
          <p:nvPr userDrawn="1"/>
        </p:nvCxnSpPr>
        <p:spPr>
          <a:xfrm>
            <a:off x="0" y="1016000"/>
            <a:ext cx="12192000" cy="0"/>
          </a:xfrm>
          <a:prstGeom prst="line">
            <a:avLst/>
          </a:prstGeom>
          <a:ln w="12700">
            <a:solidFill>
              <a:srgbClr val="8D0A4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3" name="矩形标注 112">
            <a:extLst>
              <a:ext uri="{FF2B5EF4-FFF2-40B4-BE49-F238E27FC236}">
                <a16:creationId xmlns:a16="http://schemas.microsoft.com/office/drawing/2014/main" id="{C051AE12-55DB-F74E-B1DF-61E3379EFEBF}"/>
              </a:ext>
            </a:extLst>
          </p:cNvPr>
          <p:cNvSpPr/>
          <p:nvPr userDrawn="1"/>
        </p:nvSpPr>
        <p:spPr>
          <a:xfrm>
            <a:off x="4295775" y="1792186"/>
            <a:ext cx="7092949" cy="3985468"/>
          </a:xfrm>
          <a:prstGeom prst="wedgeRectCallout">
            <a:avLst>
              <a:gd name="adj1" fmla="val -57128"/>
              <a:gd name="adj2" fmla="val -8009"/>
            </a:avLst>
          </a:prstGeom>
          <a:noFill/>
          <a:ln>
            <a:solidFill>
              <a:srgbClr val="8D0A4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0000" tIns="180000" rIns="180000" bIns="180000" numCol="1" spcCol="0" rtlCol="0" fromWordArt="0" anchor="t" anchorCtr="0" forceAA="0" compatLnSpc="1">
            <a:prstTxWarp prst="textNoShape">
              <a:avLst/>
            </a:prstTxWarp>
            <a:normAutofit/>
          </a:bodyPr>
          <a:lstStyle/>
          <a:p>
            <a:pPr>
              <a:lnSpc>
                <a:spcPct val="130000"/>
              </a:lnSpc>
            </a:pPr>
            <a:endParaRPr kumimoji="1" lang="en-US" altLang="zh-CN" sz="2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>
              <a:lnSpc>
                <a:spcPct val="130000"/>
              </a:lnSpc>
            </a:pPr>
            <a:endParaRPr kumimoji="1" lang="en-US" altLang="zh-CN" sz="2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>
              <a:lnSpc>
                <a:spcPct val="130000"/>
              </a:lnSpc>
            </a:pPr>
            <a:endParaRPr kumimoji="1" lang="en-US" altLang="zh-CN" sz="2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14" name="椭圆 113">
            <a:extLst>
              <a:ext uri="{FF2B5EF4-FFF2-40B4-BE49-F238E27FC236}">
                <a16:creationId xmlns:a16="http://schemas.microsoft.com/office/drawing/2014/main" id="{C9A17E54-0F0D-6D4C-AA24-3BE97F9C2995}"/>
              </a:ext>
            </a:extLst>
          </p:cNvPr>
          <p:cNvSpPr/>
          <p:nvPr userDrawn="1"/>
        </p:nvSpPr>
        <p:spPr>
          <a:xfrm>
            <a:off x="994874" y="1801406"/>
            <a:ext cx="2586526" cy="2586526"/>
          </a:xfrm>
          <a:prstGeom prst="ellipse">
            <a:avLst/>
          </a:prstGeom>
          <a:noFill/>
          <a:ln cmpd="thickThin">
            <a:solidFill>
              <a:srgbClr val="8D0A43"/>
            </a:solidFill>
            <a:prstDash val="dash"/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zh-CN" altLang="en-US"/>
          </a:p>
        </p:txBody>
      </p:sp>
      <p:sp>
        <p:nvSpPr>
          <p:cNvPr id="117" name="图片占位符 116">
            <a:extLst>
              <a:ext uri="{FF2B5EF4-FFF2-40B4-BE49-F238E27FC236}">
                <a16:creationId xmlns:a16="http://schemas.microsoft.com/office/drawing/2014/main" id="{FA2D7BE4-379A-4340-9DA9-D43E5F7B4335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139471" y="1946004"/>
            <a:ext cx="2297332" cy="2297332"/>
          </a:xfrm>
          <a:custGeom>
            <a:avLst/>
            <a:gdLst>
              <a:gd name="connsiteX0" fmla="*/ 1148666 w 2297332"/>
              <a:gd name="connsiteY0" fmla="*/ 0 h 2297332"/>
              <a:gd name="connsiteX1" fmla="*/ 2297332 w 2297332"/>
              <a:gd name="connsiteY1" fmla="*/ 1148666 h 2297332"/>
              <a:gd name="connsiteX2" fmla="*/ 1148666 w 2297332"/>
              <a:gd name="connsiteY2" fmla="*/ 2297332 h 2297332"/>
              <a:gd name="connsiteX3" fmla="*/ 0 w 2297332"/>
              <a:gd name="connsiteY3" fmla="*/ 1148666 h 2297332"/>
              <a:gd name="connsiteX4" fmla="*/ 1148666 w 2297332"/>
              <a:gd name="connsiteY4" fmla="*/ 0 h 22973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97332" h="2297332">
                <a:moveTo>
                  <a:pt x="1148666" y="0"/>
                </a:moveTo>
                <a:cubicBezTo>
                  <a:pt x="1783057" y="0"/>
                  <a:pt x="2297332" y="514275"/>
                  <a:pt x="2297332" y="1148666"/>
                </a:cubicBezTo>
                <a:cubicBezTo>
                  <a:pt x="2297332" y="1783057"/>
                  <a:pt x="1783057" y="2297332"/>
                  <a:pt x="1148666" y="2297332"/>
                </a:cubicBezTo>
                <a:cubicBezTo>
                  <a:pt x="514275" y="2297332"/>
                  <a:pt x="0" y="1783057"/>
                  <a:pt x="0" y="1148666"/>
                </a:cubicBezTo>
                <a:cubicBezTo>
                  <a:pt x="0" y="514275"/>
                  <a:pt x="514275" y="0"/>
                  <a:pt x="1148666" y="0"/>
                </a:cubicBezTo>
                <a:close/>
              </a:path>
            </a:pathLst>
          </a:custGeom>
          <a:ln w="12700">
            <a:solidFill>
              <a:srgbClr val="8D0A43"/>
            </a:solidFill>
          </a:ln>
        </p:spPr>
        <p:txBody>
          <a:bodyPr wrap="square">
            <a:noAutofit/>
          </a:bodyPr>
          <a:lstStyle/>
          <a:p>
            <a:endParaRPr kumimoji="1" lang="zh-CN" altLang="en-US"/>
          </a:p>
        </p:txBody>
      </p:sp>
      <p:pic>
        <p:nvPicPr>
          <p:cNvPr id="112" name="图片 111">
            <a:extLst>
              <a:ext uri="{FF2B5EF4-FFF2-40B4-BE49-F238E27FC236}">
                <a16:creationId xmlns:a16="http://schemas.microsoft.com/office/drawing/2014/main" id="{F7F0428A-F68F-4074-B171-DDC5A54D7C7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858405" y="455660"/>
            <a:ext cx="1594567" cy="4811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78060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单张图片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F6E400B-D16B-4A3A-AC95-3E3276FD3F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3275" y="393486"/>
            <a:ext cx="8970989" cy="663575"/>
          </a:xfrm>
        </p:spPr>
        <p:txBody>
          <a:bodyPr lIns="0"/>
          <a:lstStyle>
            <a:lvl1pPr>
              <a:defRPr b="1">
                <a:solidFill>
                  <a:schemeClr val="accent2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cxnSp>
        <p:nvCxnSpPr>
          <p:cNvPr id="4" name="直线连接符 3">
            <a:extLst>
              <a:ext uri="{FF2B5EF4-FFF2-40B4-BE49-F238E27FC236}">
                <a16:creationId xmlns:a16="http://schemas.microsoft.com/office/drawing/2014/main" id="{959D5530-A0A5-934E-AAE7-E3140A5C1BA3}"/>
              </a:ext>
            </a:extLst>
          </p:cNvPr>
          <p:cNvCxnSpPr/>
          <p:nvPr userDrawn="1"/>
        </p:nvCxnSpPr>
        <p:spPr>
          <a:xfrm>
            <a:off x="0" y="1016000"/>
            <a:ext cx="12192000" cy="0"/>
          </a:xfrm>
          <a:prstGeom prst="line">
            <a:avLst/>
          </a:prstGeom>
          <a:ln w="12700">
            <a:solidFill>
              <a:srgbClr val="8D0A4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7" name="组合 106">
            <a:extLst>
              <a:ext uri="{FF2B5EF4-FFF2-40B4-BE49-F238E27FC236}">
                <a16:creationId xmlns:a16="http://schemas.microsoft.com/office/drawing/2014/main" id="{3FDD86D2-DF87-3E4E-893D-4CF1CE8430ED}"/>
              </a:ext>
            </a:extLst>
          </p:cNvPr>
          <p:cNvGrpSpPr/>
          <p:nvPr userDrawn="1"/>
        </p:nvGrpSpPr>
        <p:grpSpPr>
          <a:xfrm>
            <a:off x="803275" y="1402933"/>
            <a:ext cx="5296364" cy="4835897"/>
            <a:chOff x="803275" y="1402933"/>
            <a:chExt cx="5296364" cy="4835897"/>
          </a:xfrm>
        </p:grpSpPr>
        <p:sp>
          <p:nvSpPr>
            <p:cNvPr id="108" name="矩形 107">
              <a:extLst>
                <a:ext uri="{FF2B5EF4-FFF2-40B4-BE49-F238E27FC236}">
                  <a16:creationId xmlns:a16="http://schemas.microsoft.com/office/drawing/2014/main" id="{5EA2FCC1-496F-3042-A298-BBE7F6062B87}"/>
                </a:ext>
              </a:extLst>
            </p:cNvPr>
            <p:cNvSpPr/>
            <p:nvPr/>
          </p:nvSpPr>
          <p:spPr>
            <a:xfrm>
              <a:off x="806914" y="1402933"/>
              <a:ext cx="5292725" cy="4832767"/>
            </a:xfrm>
            <a:prstGeom prst="rect">
              <a:avLst/>
            </a:prstGeom>
            <a:noFill/>
            <a:ln>
              <a:solidFill>
                <a:srgbClr val="8D0A4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80000" rIns="180000" bIns="180000" numCol="1" spcCol="0" rtlCol="0" fromWordArt="0" anchor="t" anchorCtr="0" forceAA="0" compatLnSpc="1">
              <a:prstTxWarp prst="textNoShape">
                <a:avLst/>
              </a:prstTxWarp>
              <a:normAutofit/>
            </a:bodyPr>
            <a:lstStyle/>
            <a:p>
              <a:pPr algn="l">
                <a:lnSpc>
                  <a:spcPct val="130000"/>
                </a:lnSpc>
              </a:pPr>
              <a:endParaRPr kumimoji="1" lang="zh-CN" altLang="en-US" sz="2000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109" name="矩形 108">
              <a:extLst>
                <a:ext uri="{FF2B5EF4-FFF2-40B4-BE49-F238E27FC236}">
                  <a16:creationId xmlns:a16="http://schemas.microsoft.com/office/drawing/2014/main" id="{D51CC761-D2F2-C144-B91B-830F18F3D1CB}"/>
                </a:ext>
              </a:extLst>
            </p:cNvPr>
            <p:cNvSpPr/>
            <p:nvPr/>
          </p:nvSpPr>
          <p:spPr>
            <a:xfrm>
              <a:off x="803275" y="1402933"/>
              <a:ext cx="136003" cy="110206"/>
            </a:xfrm>
            <a:prstGeom prst="rect">
              <a:avLst/>
            </a:prstGeom>
            <a:noFill/>
            <a:ln>
              <a:solidFill>
                <a:srgbClr val="8D0A4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80000" rIns="180000" bIns="180000" numCol="1" spcCol="0" rtlCol="0" fromWordArt="0" anchor="t" anchorCtr="0" forceAA="0" compatLnSpc="1">
              <a:prstTxWarp prst="textNoShape">
                <a:avLst/>
              </a:prstTxWarp>
              <a:normAutofit fontScale="25000" lnSpcReduction="20000"/>
            </a:bodyPr>
            <a:lstStyle/>
            <a:p>
              <a:pPr algn="l">
                <a:lnSpc>
                  <a:spcPct val="130000"/>
                </a:lnSpc>
              </a:pPr>
              <a:endParaRPr kumimoji="1" lang="zh-CN" altLang="en-US" sz="2000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111" name="矩形 110">
              <a:extLst>
                <a:ext uri="{FF2B5EF4-FFF2-40B4-BE49-F238E27FC236}">
                  <a16:creationId xmlns:a16="http://schemas.microsoft.com/office/drawing/2014/main" id="{DB59CDC8-8484-474C-B338-22A3B1CCB3A4}"/>
                </a:ext>
              </a:extLst>
            </p:cNvPr>
            <p:cNvSpPr/>
            <p:nvPr/>
          </p:nvSpPr>
          <p:spPr>
            <a:xfrm>
              <a:off x="5959997" y="1402933"/>
              <a:ext cx="136003" cy="110206"/>
            </a:xfrm>
            <a:prstGeom prst="rect">
              <a:avLst/>
            </a:prstGeom>
            <a:noFill/>
            <a:ln>
              <a:solidFill>
                <a:srgbClr val="8D0A4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80000" rIns="180000" bIns="180000" numCol="1" spcCol="0" rtlCol="0" fromWordArt="0" anchor="t" anchorCtr="0" forceAA="0" compatLnSpc="1">
              <a:prstTxWarp prst="textNoShape">
                <a:avLst/>
              </a:prstTxWarp>
              <a:normAutofit fontScale="25000" lnSpcReduction="20000"/>
            </a:bodyPr>
            <a:lstStyle/>
            <a:p>
              <a:pPr algn="l">
                <a:lnSpc>
                  <a:spcPct val="130000"/>
                </a:lnSpc>
              </a:pPr>
              <a:endParaRPr kumimoji="1" lang="zh-CN" altLang="en-US" sz="2000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112" name="矩形 111">
              <a:extLst>
                <a:ext uri="{FF2B5EF4-FFF2-40B4-BE49-F238E27FC236}">
                  <a16:creationId xmlns:a16="http://schemas.microsoft.com/office/drawing/2014/main" id="{91BF4771-AF66-F94A-959C-A2AD132560A9}"/>
                </a:ext>
              </a:extLst>
            </p:cNvPr>
            <p:cNvSpPr/>
            <p:nvPr/>
          </p:nvSpPr>
          <p:spPr>
            <a:xfrm>
              <a:off x="808355" y="6111435"/>
              <a:ext cx="136003" cy="127395"/>
            </a:xfrm>
            <a:prstGeom prst="rect">
              <a:avLst/>
            </a:prstGeom>
            <a:noFill/>
            <a:ln>
              <a:solidFill>
                <a:srgbClr val="8D0A4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80000" rIns="180000" bIns="180000" numCol="1" spcCol="0" rtlCol="0" fromWordArt="0" anchor="t" anchorCtr="0" forceAA="0" compatLnSpc="1">
              <a:prstTxWarp prst="textNoShape">
                <a:avLst/>
              </a:prstTxWarp>
              <a:normAutofit fontScale="25000" lnSpcReduction="20000"/>
            </a:bodyPr>
            <a:lstStyle/>
            <a:p>
              <a:pPr algn="l">
                <a:lnSpc>
                  <a:spcPct val="130000"/>
                </a:lnSpc>
              </a:pPr>
              <a:endParaRPr kumimoji="1" lang="zh-CN" altLang="en-US" sz="2000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113" name="矩形 112">
              <a:extLst>
                <a:ext uri="{FF2B5EF4-FFF2-40B4-BE49-F238E27FC236}">
                  <a16:creationId xmlns:a16="http://schemas.microsoft.com/office/drawing/2014/main" id="{D1C6B883-0868-BA4F-A1F3-305900A51EDE}"/>
                </a:ext>
              </a:extLst>
            </p:cNvPr>
            <p:cNvSpPr/>
            <p:nvPr/>
          </p:nvSpPr>
          <p:spPr>
            <a:xfrm>
              <a:off x="5959997" y="6111435"/>
              <a:ext cx="136003" cy="127395"/>
            </a:xfrm>
            <a:prstGeom prst="rect">
              <a:avLst/>
            </a:prstGeom>
            <a:noFill/>
            <a:ln>
              <a:solidFill>
                <a:srgbClr val="8D0A4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80000" rIns="180000" bIns="180000" numCol="1" spcCol="0" rtlCol="0" fromWordArt="0" anchor="t" anchorCtr="0" forceAA="0" compatLnSpc="1">
              <a:prstTxWarp prst="textNoShape">
                <a:avLst/>
              </a:prstTxWarp>
              <a:normAutofit fontScale="25000" lnSpcReduction="20000"/>
            </a:bodyPr>
            <a:lstStyle/>
            <a:p>
              <a:pPr algn="l">
                <a:lnSpc>
                  <a:spcPct val="130000"/>
                </a:lnSpc>
              </a:pPr>
              <a:endParaRPr kumimoji="1" lang="zh-CN" altLang="en-US" sz="2000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</p:grpSp>
      <p:sp>
        <p:nvSpPr>
          <p:cNvPr id="5" name="图片占位符 4">
            <a:extLst>
              <a:ext uri="{FF2B5EF4-FFF2-40B4-BE49-F238E27FC236}">
                <a16:creationId xmlns:a16="http://schemas.microsoft.com/office/drawing/2014/main" id="{A1B7EBCF-458B-D941-BD77-CD52A3179BD4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939278" y="1513139"/>
            <a:ext cx="5031536" cy="4598296"/>
          </a:xfrm>
        </p:spPr>
        <p:txBody>
          <a:bodyPr/>
          <a:lstStyle/>
          <a:p>
            <a:endParaRPr kumimoji="1" lang="zh-CN" altLang="en-US" dirty="0"/>
          </a:p>
        </p:txBody>
      </p:sp>
      <p:pic>
        <p:nvPicPr>
          <p:cNvPr id="114" name="图片 113">
            <a:extLst>
              <a:ext uri="{FF2B5EF4-FFF2-40B4-BE49-F238E27FC236}">
                <a16:creationId xmlns:a16="http://schemas.microsoft.com/office/drawing/2014/main" id="{E0DDB464-953C-466D-8524-08E6450C671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858405" y="455660"/>
            <a:ext cx="1594567" cy="4811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49589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单张图片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F6E400B-D16B-4A3A-AC95-3E3276FD3F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3275" y="393486"/>
            <a:ext cx="8970989" cy="663575"/>
          </a:xfrm>
        </p:spPr>
        <p:txBody>
          <a:bodyPr lIns="0"/>
          <a:lstStyle>
            <a:lvl1pPr>
              <a:defRPr b="1">
                <a:solidFill>
                  <a:schemeClr val="accent2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cxnSp>
        <p:nvCxnSpPr>
          <p:cNvPr id="4" name="直线连接符 3">
            <a:extLst>
              <a:ext uri="{FF2B5EF4-FFF2-40B4-BE49-F238E27FC236}">
                <a16:creationId xmlns:a16="http://schemas.microsoft.com/office/drawing/2014/main" id="{959D5530-A0A5-934E-AAE7-E3140A5C1BA3}"/>
              </a:ext>
            </a:extLst>
          </p:cNvPr>
          <p:cNvCxnSpPr/>
          <p:nvPr userDrawn="1"/>
        </p:nvCxnSpPr>
        <p:spPr>
          <a:xfrm>
            <a:off x="0" y="1016000"/>
            <a:ext cx="12192000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图片占位符 4">
            <a:extLst>
              <a:ext uri="{FF2B5EF4-FFF2-40B4-BE49-F238E27FC236}">
                <a16:creationId xmlns:a16="http://schemas.microsoft.com/office/drawing/2014/main" id="{A1B7EBCF-458B-D941-BD77-CD52A3179BD4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803275" y="1160464"/>
            <a:ext cx="10585450" cy="2344526"/>
          </a:xfrm>
        </p:spPr>
        <p:txBody>
          <a:bodyPr/>
          <a:lstStyle/>
          <a:p>
            <a:endParaRPr kumimoji="1" lang="zh-CN" altLang="en-US"/>
          </a:p>
        </p:txBody>
      </p:sp>
      <p:pic>
        <p:nvPicPr>
          <p:cNvPr id="107" name="图片 106">
            <a:extLst>
              <a:ext uri="{FF2B5EF4-FFF2-40B4-BE49-F238E27FC236}">
                <a16:creationId xmlns:a16="http://schemas.microsoft.com/office/drawing/2014/main" id="{7E049E91-8E42-4EF8-91F0-38DE9B6DBE1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858405" y="455660"/>
            <a:ext cx="1594567" cy="4811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82118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张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F6E400B-D16B-4A3A-AC95-3E3276FD3F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3275" y="393486"/>
            <a:ext cx="8970989" cy="663575"/>
          </a:xfrm>
        </p:spPr>
        <p:txBody>
          <a:bodyPr lIns="0"/>
          <a:lstStyle>
            <a:lvl1pPr>
              <a:defRPr b="1">
                <a:solidFill>
                  <a:schemeClr val="tx1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cxnSp>
        <p:nvCxnSpPr>
          <p:cNvPr id="4" name="直线连接符 3">
            <a:extLst>
              <a:ext uri="{FF2B5EF4-FFF2-40B4-BE49-F238E27FC236}">
                <a16:creationId xmlns:a16="http://schemas.microsoft.com/office/drawing/2014/main" id="{959D5530-A0A5-934E-AAE7-E3140A5C1BA3}"/>
              </a:ext>
            </a:extLst>
          </p:cNvPr>
          <p:cNvCxnSpPr/>
          <p:nvPr userDrawn="1"/>
        </p:nvCxnSpPr>
        <p:spPr>
          <a:xfrm>
            <a:off x="0" y="1016000"/>
            <a:ext cx="12192000" cy="0"/>
          </a:xfrm>
          <a:prstGeom prst="line">
            <a:avLst/>
          </a:prstGeom>
          <a:ln w="12700">
            <a:solidFill>
              <a:srgbClr val="8D0A4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0" name="图片 129">
            <a:extLst>
              <a:ext uri="{FF2B5EF4-FFF2-40B4-BE49-F238E27FC236}">
                <a16:creationId xmlns:a16="http://schemas.microsoft.com/office/drawing/2014/main" id="{0BC2D6C7-F15F-4295-A820-E63C03B3B90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858405" y="455660"/>
            <a:ext cx="1594567" cy="4811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41310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三张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F6E400B-D16B-4A3A-AC95-3E3276FD3F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3275" y="393486"/>
            <a:ext cx="8970989" cy="663575"/>
          </a:xfrm>
        </p:spPr>
        <p:txBody>
          <a:bodyPr lIns="0"/>
          <a:lstStyle>
            <a:lvl1pPr>
              <a:defRPr b="1">
                <a:solidFill>
                  <a:schemeClr val="accent2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cxnSp>
        <p:nvCxnSpPr>
          <p:cNvPr id="4" name="直线连接符 3">
            <a:extLst>
              <a:ext uri="{FF2B5EF4-FFF2-40B4-BE49-F238E27FC236}">
                <a16:creationId xmlns:a16="http://schemas.microsoft.com/office/drawing/2014/main" id="{959D5530-A0A5-934E-AAE7-E3140A5C1BA3}"/>
              </a:ext>
            </a:extLst>
          </p:cNvPr>
          <p:cNvCxnSpPr/>
          <p:nvPr userDrawn="1"/>
        </p:nvCxnSpPr>
        <p:spPr>
          <a:xfrm>
            <a:off x="0" y="1016000"/>
            <a:ext cx="12192000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4" name="椭圆 113">
            <a:extLst>
              <a:ext uri="{FF2B5EF4-FFF2-40B4-BE49-F238E27FC236}">
                <a16:creationId xmlns:a16="http://schemas.microsoft.com/office/drawing/2014/main" id="{C9A17E54-0F0D-6D4C-AA24-3BE97F9C2995}"/>
              </a:ext>
            </a:extLst>
          </p:cNvPr>
          <p:cNvSpPr/>
          <p:nvPr userDrawn="1"/>
        </p:nvSpPr>
        <p:spPr>
          <a:xfrm>
            <a:off x="1223474" y="1332347"/>
            <a:ext cx="2586526" cy="2586526"/>
          </a:xfrm>
          <a:prstGeom prst="ellipse">
            <a:avLst/>
          </a:prstGeom>
          <a:noFill/>
          <a:ln cmpd="thickThin">
            <a:solidFill>
              <a:schemeClr val="accent2"/>
            </a:solidFill>
            <a:prstDash val="solid"/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zh-CN" altLang="en-US"/>
          </a:p>
        </p:txBody>
      </p:sp>
      <p:sp>
        <p:nvSpPr>
          <p:cNvPr id="117" name="图片占位符 116">
            <a:extLst>
              <a:ext uri="{FF2B5EF4-FFF2-40B4-BE49-F238E27FC236}">
                <a16:creationId xmlns:a16="http://schemas.microsoft.com/office/drawing/2014/main" id="{FA2D7BE4-379A-4340-9DA9-D43E5F7B4335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368071" y="1476945"/>
            <a:ext cx="2297332" cy="2297332"/>
          </a:xfrm>
          <a:custGeom>
            <a:avLst/>
            <a:gdLst>
              <a:gd name="connsiteX0" fmla="*/ 1148666 w 2297332"/>
              <a:gd name="connsiteY0" fmla="*/ 0 h 2297332"/>
              <a:gd name="connsiteX1" fmla="*/ 2297332 w 2297332"/>
              <a:gd name="connsiteY1" fmla="*/ 1148666 h 2297332"/>
              <a:gd name="connsiteX2" fmla="*/ 1148666 w 2297332"/>
              <a:gd name="connsiteY2" fmla="*/ 2297332 h 2297332"/>
              <a:gd name="connsiteX3" fmla="*/ 0 w 2297332"/>
              <a:gd name="connsiteY3" fmla="*/ 1148666 h 2297332"/>
              <a:gd name="connsiteX4" fmla="*/ 1148666 w 2297332"/>
              <a:gd name="connsiteY4" fmla="*/ 0 h 22973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97332" h="2297332">
                <a:moveTo>
                  <a:pt x="1148666" y="0"/>
                </a:moveTo>
                <a:cubicBezTo>
                  <a:pt x="1783057" y="0"/>
                  <a:pt x="2297332" y="514275"/>
                  <a:pt x="2297332" y="1148666"/>
                </a:cubicBezTo>
                <a:cubicBezTo>
                  <a:pt x="2297332" y="1783057"/>
                  <a:pt x="1783057" y="2297332"/>
                  <a:pt x="1148666" y="2297332"/>
                </a:cubicBezTo>
                <a:cubicBezTo>
                  <a:pt x="514275" y="2297332"/>
                  <a:pt x="0" y="1783057"/>
                  <a:pt x="0" y="1148666"/>
                </a:cubicBezTo>
                <a:cubicBezTo>
                  <a:pt x="0" y="514275"/>
                  <a:pt x="514275" y="0"/>
                  <a:pt x="1148666" y="0"/>
                </a:cubicBezTo>
                <a:close/>
              </a:path>
            </a:pathLst>
          </a:custGeom>
          <a:ln w="12700">
            <a:noFill/>
          </a:ln>
        </p:spPr>
        <p:txBody>
          <a:bodyPr wrap="square">
            <a:noAutofit/>
          </a:bodyPr>
          <a:lstStyle/>
          <a:p>
            <a:endParaRPr kumimoji="1" lang="zh-CN" altLang="en-US"/>
          </a:p>
        </p:txBody>
      </p:sp>
      <p:sp>
        <p:nvSpPr>
          <p:cNvPr id="115" name="椭圆 114">
            <a:extLst>
              <a:ext uri="{FF2B5EF4-FFF2-40B4-BE49-F238E27FC236}">
                <a16:creationId xmlns:a16="http://schemas.microsoft.com/office/drawing/2014/main" id="{2E6C1A05-46E5-F148-8F86-103EA55901FF}"/>
              </a:ext>
            </a:extLst>
          </p:cNvPr>
          <p:cNvSpPr/>
          <p:nvPr userDrawn="1"/>
        </p:nvSpPr>
        <p:spPr>
          <a:xfrm>
            <a:off x="4802737" y="1332347"/>
            <a:ext cx="2586526" cy="2586526"/>
          </a:xfrm>
          <a:prstGeom prst="ellipse">
            <a:avLst/>
          </a:prstGeom>
          <a:noFill/>
          <a:ln cmpd="thickThin">
            <a:solidFill>
              <a:schemeClr val="accent2"/>
            </a:solidFill>
            <a:prstDash val="solid"/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zh-CN" altLang="en-US"/>
          </a:p>
        </p:txBody>
      </p:sp>
      <p:sp>
        <p:nvSpPr>
          <p:cNvPr id="116" name="图片占位符 115">
            <a:extLst>
              <a:ext uri="{FF2B5EF4-FFF2-40B4-BE49-F238E27FC236}">
                <a16:creationId xmlns:a16="http://schemas.microsoft.com/office/drawing/2014/main" id="{97314E3E-0055-1B48-B521-8B104B77FEDA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947334" y="1476945"/>
            <a:ext cx="2297332" cy="2297332"/>
          </a:xfrm>
          <a:custGeom>
            <a:avLst/>
            <a:gdLst>
              <a:gd name="connsiteX0" fmla="*/ 1148666 w 2297332"/>
              <a:gd name="connsiteY0" fmla="*/ 0 h 2297332"/>
              <a:gd name="connsiteX1" fmla="*/ 2297332 w 2297332"/>
              <a:gd name="connsiteY1" fmla="*/ 1148666 h 2297332"/>
              <a:gd name="connsiteX2" fmla="*/ 1148666 w 2297332"/>
              <a:gd name="connsiteY2" fmla="*/ 2297332 h 2297332"/>
              <a:gd name="connsiteX3" fmla="*/ 0 w 2297332"/>
              <a:gd name="connsiteY3" fmla="*/ 1148666 h 2297332"/>
              <a:gd name="connsiteX4" fmla="*/ 1148666 w 2297332"/>
              <a:gd name="connsiteY4" fmla="*/ 0 h 22973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97332" h="2297332">
                <a:moveTo>
                  <a:pt x="1148666" y="0"/>
                </a:moveTo>
                <a:cubicBezTo>
                  <a:pt x="1783057" y="0"/>
                  <a:pt x="2297332" y="514275"/>
                  <a:pt x="2297332" y="1148666"/>
                </a:cubicBezTo>
                <a:cubicBezTo>
                  <a:pt x="2297332" y="1783057"/>
                  <a:pt x="1783057" y="2297332"/>
                  <a:pt x="1148666" y="2297332"/>
                </a:cubicBezTo>
                <a:cubicBezTo>
                  <a:pt x="514275" y="2297332"/>
                  <a:pt x="0" y="1783057"/>
                  <a:pt x="0" y="1148666"/>
                </a:cubicBezTo>
                <a:cubicBezTo>
                  <a:pt x="0" y="514275"/>
                  <a:pt x="514275" y="0"/>
                  <a:pt x="1148666" y="0"/>
                </a:cubicBezTo>
                <a:close/>
              </a:path>
            </a:pathLst>
          </a:custGeom>
          <a:ln w="12700">
            <a:noFill/>
          </a:ln>
        </p:spPr>
        <p:txBody>
          <a:bodyPr wrap="square">
            <a:noAutofit/>
          </a:bodyPr>
          <a:lstStyle/>
          <a:p>
            <a:endParaRPr kumimoji="1" lang="zh-CN" altLang="en-US"/>
          </a:p>
        </p:txBody>
      </p:sp>
      <p:sp>
        <p:nvSpPr>
          <p:cNvPr id="118" name="椭圆 117">
            <a:extLst>
              <a:ext uri="{FF2B5EF4-FFF2-40B4-BE49-F238E27FC236}">
                <a16:creationId xmlns:a16="http://schemas.microsoft.com/office/drawing/2014/main" id="{E1A2B6CF-EA41-0F4C-8A7B-44E9FDA5774D}"/>
              </a:ext>
            </a:extLst>
          </p:cNvPr>
          <p:cNvSpPr/>
          <p:nvPr userDrawn="1"/>
        </p:nvSpPr>
        <p:spPr>
          <a:xfrm>
            <a:off x="8382000" y="1332347"/>
            <a:ext cx="2586526" cy="2586526"/>
          </a:xfrm>
          <a:prstGeom prst="ellipse">
            <a:avLst/>
          </a:prstGeom>
          <a:noFill/>
          <a:ln cmpd="thickThin">
            <a:solidFill>
              <a:schemeClr val="accent2"/>
            </a:solidFill>
            <a:prstDash val="solid"/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zh-CN" altLang="en-US"/>
          </a:p>
        </p:txBody>
      </p:sp>
      <p:sp>
        <p:nvSpPr>
          <p:cNvPr id="119" name="图片占位符 118">
            <a:extLst>
              <a:ext uri="{FF2B5EF4-FFF2-40B4-BE49-F238E27FC236}">
                <a16:creationId xmlns:a16="http://schemas.microsoft.com/office/drawing/2014/main" id="{D9DF212B-77E7-C844-B13F-9BA0BF590F0E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8526597" y="1476945"/>
            <a:ext cx="2297332" cy="2297332"/>
          </a:xfrm>
          <a:custGeom>
            <a:avLst/>
            <a:gdLst>
              <a:gd name="connsiteX0" fmla="*/ 1148666 w 2297332"/>
              <a:gd name="connsiteY0" fmla="*/ 0 h 2297332"/>
              <a:gd name="connsiteX1" fmla="*/ 2297332 w 2297332"/>
              <a:gd name="connsiteY1" fmla="*/ 1148666 h 2297332"/>
              <a:gd name="connsiteX2" fmla="*/ 1148666 w 2297332"/>
              <a:gd name="connsiteY2" fmla="*/ 2297332 h 2297332"/>
              <a:gd name="connsiteX3" fmla="*/ 0 w 2297332"/>
              <a:gd name="connsiteY3" fmla="*/ 1148666 h 2297332"/>
              <a:gd name="connsiteX4" fmla="*/ 1148666 w 2297332"/>
              <a:gd name="connsiteY4" fmla="*/ 0 h 22973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97332" h="2297332">
                <a:moveTo>
                  <a:pt x="1148666" y="0"/>
                </a:moveTo>
                <a:cubicBezTo>
                  <a:pt x="1783057" y="0"/>
                  <a:pt x="2297332" y="514275"/>
                  <a:pt x="2297332" y="1148666"/>
                </a:cubicBezTo>
                <a:cubicBezTo>
                  <a:pt x="2297332" y="1783057"/>
                  <a:pt x="1783057" y="2297332"/>
                  <a:pt x="1148666" y="2297332"/>
                </a:cubicBezTo>
                <a:cubicBezTo>
                  <a:pt x="514275" y="2297332"/>
                  <a:pt x="0" y="1783057"/>
                  <a:pt x="0" y="1148666"/>
                </a:cubicBezTo>
                <a:cubicBezTo>
                  <a:pt x="0" y="514275"/>
                  <a:pt x="514275" y="0"/>
                  <a:pt x="1148666" y="0"/>
                </a:cubicBezTo>
                <a:close/>
              </a:path>
            </a:pathLst>
          </a:custGeom>
          <a:ln w="12700">
            <a:noFill/>
          </a:ln>
        </p:spPr>
        <p:txBody>
          <a:bodyPr wrap="square">
            <a:noAutofit/>
          </a:bodyPr>
          <a:lstStyle/>
          <a:p>
            <a:endParaRPr kumimoji="1" lang="zh-CN" altLang="en-US"/>
          </a:p>
        </p:txBody>
      </p:sp>
      <p:pic>
        <p:nvPicPr>
          <p:cNvPr id="112" name="图片 111">
            <a:extLst>
              <a:ext uri="{FF2B5EF4-FFF2-40B4-BE49-F238E27FC236}">
                <a16:creationId xmlns:a16="http://schemas.microsoft.com/office/drawing/2014/main" id="{1FDF7895-C76B-4F4A-B5A6-E79F3413073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858405" y="455660"/>
            <a:ext cx="1594567" cy="4811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22429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三张图片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F6E400B-D16B-4A3A-AC95-3E3276FD3F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3275" y="393486"/>
            <a:ext cx="8970989" cy="663575"/>
          </a:xfrm>
        </p:spPr>
        <p:txBody>
          <a:bodyPr lIns="0"/>
          <a:lstStyle>
            <a:lvl1pPr>
              <a:defRPr b="1">
                <a:solidFill>
                  <a:schemeClr val="accent2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cxnSp>
        <p:nvCxnSpPr>
          <p:cNvPr id="4" name="直线连接符 3">
            <a:extLst>
              <a:ext uri="{FF2B5EF4-FFF2-40B4-BE49-F238E27FC236}">
                <a16:creationId xmlns:a16="http://schemas.microsoft.com/office/drawing/2014/main" id="{959D5530-A0A5-934E-AAE7-E3140A5C1BA3}"/>
              </a:ext>
            </a:extLst>
          </p:cNvPr>
          <p:cNvCxnSpPr/>
          <p:nvPr userDrawn="1"/>
        </p:nvCxnSpPr>
        <p:spPr>
          <a:xfrm>
            <a:off x="0" y="1016000"/>
            <a:ext cx="12192000" cy="0"/>
          </a:xfrm>
          <a:prstGeom prst="line">
            <a:avLst/>
          </a:prstGeom>
          <a:ln w="12700">
            <a:solidFill>
              <a:srgbClr val="8D0A4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3" name="图片占位符 4">
            <a:extLst>
              <a:ext uri="{FF2B5EF4-FFF2-40B4-BE49-F238E27FC236}">
                <a16:creationId xmlns:a16="http://schemas.microsoft.com/office/drawing/2014/main" id="{14FAC167-4F4A-D74C-B4CE-4F421659CDD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03275" y="1255713"/>
            <a:ext cx="3344863" cy="3084512"/>
          </a:xfrm>
        </p:spPr>
        <p:txBody>
          <a:bodyPr/>
          <a:lstStyle/>
          <a:p>
            <a:endParaRPr kumimoji="1" lang="zh-CN" altLang="en-US" dirty="0"/>
          </a:p>
        </p:txBody>
      </p:sp>
      <p:sp>
        <p:nvSpPr>
          <p:cNvPr id="120" name="图片占位符 4">
            <a:extLst>
              <a:ext uri="{FF2B5EF4-FFF2-40B4-BE49-F238E27FC236}">
                <a16:creationId xmlns:a16="http://schemas.microsoft.com/office/drawing/2014/main" id="{EC96D504-0202-914E-A43A-56D6A3A512B7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423568" y="1255713"/>
            <a:ext cx="3344863" cy="3084512"/>
          </a:xfrm>
        </p:spPr>
        <p:txBody>
          <a:bodyPr/>
          <a:lstStyle/>
          <a:p>
            <a:endParaRPr kumimoji="1" lang="zh-CN" altLang="en-US" dirty="0"/>
          </a:p>
        </p:txBody>
      </p:sp>
      <p:sp>
        <p:nvSpPr>
          <p:cNvPr id="121" name="图片占位符 4">
            <a:extLst>
              <a:ext uri="{FF2B5EF4-FFF2-40B4-BE49-F238E27FC236}">
                <a16:creationId xmlns:a16="http://schemas.microsoft.com/office/drawing/2014/main" id="{F2B52F4A-3B44-2C4B-A3B7-C07D1AED4C29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8043861" y="1255713"/>
            <a:ext cx="3344863" cy="3084512"/>
          </a:xfrm>
        </p:spPr>
        <p:txBody>
          <a:bodyPr/>
          <a:lstStyle/>
          <a:p>
            <a:endParaRPr kumimoji="1" lang="zh-CN" altLang="en-US" dirty="0"/>
          </a:p>
        </p:txBody>
      </p:sp>
      <p:pic>
        <p:nvPicPr>
          <p:cNvPr id="109" name="图片 108">
            <a:extLst>
              <a:ext uri="{FF2B5EF4-FFF2-40B4-BE49-F238E27FC236}">
                <a16:creationId xmlns:a16="http://schemas.microsoft.com/office/drawing/2014/main" id="{92723BF7-93D2-4CCB-9A47-F46CBC6B67E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858405" y="455660"/>
            <a:ext cx="1594567" cy="4811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99027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四张照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1" name="组合 110">
            <a:extLst>
              <a:ext uri="{FF2B5EF4-FFF2-40B4-BE49-F238E27FC236}">
                <a16:creationId xmlns:a16="http://schemas.microsoft.com/office/drawing/2014/main" id="{1FB63BBC-3013-674E-ACA8-D123C9DA71E1}"/>
              </a:ext>
            </a:extLst>
          </p:cNvPr>
          <p:cNvGrpSpPr/>
          <p:nvPr userDrawn="1"/>
        </p:nvGrpSpPr>
        <p:grpSpPr>
          <a:xfrm flipH="1">
            <a:off x="5208336" y="4040440"/>
            <a:ext cx="804808" cy="2020022"/>
            <a:chOff x="803275" y="1324069"/>
            <a:chExt cx="804808" cy="2020022"/>
          </a:xfrm>
        </p:grpSpPr>
        <p:sp>
          <p:nvSpPr>
            <p:cNvPr id="112" name="矩形 111">
              <a:extLst>
                <a:ext uri="{FF2B5EF4-FFF2-40B4-BE49-F238E27FC236}">
                  <a16:creationId xmlns:a16="http://schemas.microsoft.com/office/drawing/2014/main" id="{78D6C1B3-6A82-714C-B855-8929CD6F9435}"/>
                </a:ext>
              </a:extLst>
            </p:cNvPr>
            <p:cNvSpPr/>
            <p:nvPr/>
          </p:nvSpPr>
          <p:spPr>
            <a:xfrm>
              <a:off x="803275" y="1324069"/>
              <a:ext cx="804808" cy="2020022"/>
            </a:xfrm>
            <a:prstGeom prst="rect">
              <a:avLst/>
            </a:prstGeom>
            <a:noFill/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80000" rIns="180000" bIns="180000" numCol="1" spcCol="0" rtlCol="0" fromWordArt="0" anchor="t" anchorCtr="0" forceAA="0" compatLnSpc="1">
              <a:prstTxWarp prst="textNoShape">
                <a:avLst/>
              </a:prstTxWarp>
              <a:normAutofit/>
            </a:bodyPr>
            <a:lstStyle/>
            <a:p>
              <a:pPr algn="l">
                <a:lnSpc>
                  <a:spcPct val="130000"/>
                </a:lnSpc>
              </a:pPr>
              <a:endParaRPr kumimoji="1" lang="zh-CN" altLang="en-US" sz="2000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cxnSp>
          <p:nvCxnSpPr>
            <p:cNvPr id="113" name="直线连接符 112">
              <a:extLst>
                <a:ext uri="{FF2B5EF4-FFF2-40B4-BE49-F238E27FC236}">
                  <a16:creationId xmlns:a16="http://schemas.microsoft.com/office/drawing/2014/main" id="{894BEC06-40FB-1C47-8E0C-818C826385CA}"/>
                </a:ext>
              </a:extLst>
            </p:cNvPr>
            <p:cNvCxnSpPr/>
            <p:nvPr/>
          </p:nvCxnSpPr>
          <p:spPr>
            <a:xfrm>
              <a:off x="806746" y="1375471"/>
              <a:ext cx="684965" cy="0"/>
            </a:xfrm>
            <a:prstGeom prst="line">
              <a:avLst/>
            </a:prstGeom>
            <a:ln w="1270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" name="直线连接符 116">
              <a:extLst>
                <a:ext uri="{FF2B5EF4-FFF2-40B4-BE49-F238E27FC236}">
                  <a16:creationId xmlns:a16="http://schemas.microsoft.com/office/drawing/2014/main" id="{8C7C1231-6045-C943-8FC3-A52AB90D9EE1}"/>
                </a:ext>
              </a:extLst>
            </p:cNvPr>
            <p:cNvCxnSpPr/>
            <p:nvPr/>
          </p:nvCxnSpPr>
          <p:spPr>
            <a:xfrm>
              <a:off x="806746" y="3293388"/>
              <a:ext cx="684965" cy="0"/>
            </a:xfrm>
            <a:prstGeom prst="line">
              <a:avLst/>
            </a:prstGeom>
            <a:ln w="1270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" name="直线连接符 117">
              <a:extLst>
                <a:ext uri="{FF2B5EF4-FFF2-40B4-BE49-F238E27FC236}">
                  <a16:creationId xmlns:a16="http://schemas.microsoft.com/office/drawing/2014/main" id="{51C50869-AAD2-6F4B-9D83-47A805A0A512}"/>
                </a:ext>
              </a:extLst>
            </p:cNvPr>
            <p:cNvCxnSpPr/>
            <p:nvPr/>
          </p:nvCxnSpPr>
          <p:spPr>
            <a:xfrm>
              <a:off x="857416" y="1324069"/>
              <a:ext cx="0" cy="2020022"/>
            </a:xfrm>
            <a:prstGeom prst="line">
              <a:avLst/>
            </a:prstGeom>
            <a:ln w="1270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19" name="组合 118">
            <a:extLst>
              <a:ext uri="{FF2B5EF4-FFF2-40B4-BE49-F238E27FC236}">
                <a16:creationId xmlns:a16="http://schemas.microsoft.com/office/drawing/2014/main" id="{D2485D20-E02F-544A-BB3C-9954D9F404C5}"/>
              </a:ext>
            </a:extLst>
          </p:cNvPr>
          <p:cNvGrpSpPr/>
          <p:nvPr userDrawn="1"/>
        </p:nvGrpSpPr>
        <p:grpSpPr>
          <a:xfrm flipH="1">
            <a:off x="10599834" y="4040440"/>
            <a:ext cx="804808" cy="2020022"/>
            <a:chOff x="803275" y="1324069"/>
            <a:chExt cx="804808" cy="2020022"/>
          </a:xfrm>
        </p:grpSpPr>
        <p:sp>
          <p:nvSpPr>
            <p:cNvPr id="120" name="矩形 119">
              <a:extLst>
                <a:ext uri="{FF2B5EF4-FFF2-40B4-BE49-F238E27FC236}">
                  <a16:creationId xmlns:a16="http://schemas.microsoft.com/office/drawing/2014/main" id="{E3232733-C9F1-B84A-B9E8-CD54FE3AD602}"/>
                </a:ext>
              </a:extLst>
            </p:cNvPr>
            <p:cNvSpPr/>
            <p:nvPr/>
          </p:nvSpPr>
          <p:spPr>
            <a:xfrm>
              <a:off x="803275" y="1324069"/>
              <a:ext cx="804808" cy="2020022"/>
            </a:xfrm>
            <a:prstGeom prst="rect">
              <a:avLst/>
            </a:prstGeom>
            <a:noFill/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80000" rIns="180000" bIns="180000" numCol="1" spcCol="0" rtlCol="0" fromWordArt="0" anchor="t" anchorCtr="0" forceAA="0" compatLnSpc="1">
              <a:prstTxWarp prst="textNoShape">
                <a:avLst/>
              </a:prstTxWarp>
              <a:normAutofit/>
            </a:bodyPr>
            <a:lstStyle/>
            <a:p>
              <a:pPr algn="l">
                <a:lnSpc>
                  <a:spcPct val="130000"/>
                </a:lnSpc>
              </a:pPr>
              <a:endParaRPr kumimoji="1" lang="zh-CN" altLang="en-US" sz="2000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cxnSp>
          <p:nvCxnSpPr>
            <p:cNvPr id="121" name="直线连接符 120">
              <a:extLst>
                <a:ext uri="{FF2B5EF4-FFF2-40B4-BE49-F238E27FC236}">
                  <a16:creationId xmlns:a16="http://schemas.microsoft.com/office/drawing/2014/main" id="{DB339222-F27D-6B4A-BBBE-DEE2C12A2B31}"/>
                </a:ext>
              </a:extLst>
            </p:cNvPr>
            <p:cNvCxnSpPr/>
            <p:nvPr/>
          </p:nvCxnSpPr>
          <p:spPr>
            <a:xfrm>
              <a:off x="806746" y="1375471"/>
              <a:ext cx="684965" cy="0"/>
            </a:xfrm>
            <a:prstGeom prst="line">
              <a:avLst/>
            </a:prstGeom>
            <a:ln w="1270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直线连接符 121">
              <a:extLst>
                <a:ext uri="{FF2B5EF4-FFF2-40B4-BE49-F238E27FC236}">
                  <a16:creationId xmlns:a16="http://schemas.microsoft.com/office/drawing/2014/main" id="{9EF27BC3-1F31-3A43-8334-0F1D85497EBD}"/>
                </a:ext>
              </a:extLst>
            </p:cNvPr>
            <p:cNvCxnSpPr/>
            <p:nvPr/>
          </p:nvCxnSpPr>
          <p:spPr>
            <a:xfrm>
              <a:off x="806746" y="3293388"/>
              <a:ext cx="684965" cy="0"/>
            </a:xfrm>
            <a:prstGeom prst="line">
              <a:avLst/>
            </a:prstGeom>
            <a:ln w="1270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" name="直线连接符 122">
              <a:extLst>
                <a:ext uri="{FF2B5EF4-FFF2-40B4-BE49-F238E27FC236}">
                  <a16:creationId xmlns:a16="http://schemas.microsoft.com/office/drawing/2014/main" id="{3D8B6E42-D641-D645-A8E1-87CADB206743}"/>
                </a:ext>
              </a:extLst>
            </p:cNvPr>
            <p:cNvCxnSpPr/>
            <p:nvPr/>
          </p:nvCxnSpPr>
          <p:spPr>
            <a:xfrm>
              <a:off x="857416" y="1324069"/>
              <a:ext cx="0" cy="2020022"/>
            </a:xfrm>
            <a:prstGeom prst="line">
              <a:avLst/>
            </a:prstGeom>
            <a:ln w="1270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24" name="组合 123">
            <a:extLst>
              <a:ext uri="{FF2B5EF4-FFF2-40B4-BE49-F238E27FC236}">
                <a16:creationId xmlns:a16="http://schemas.microsoft.com/office/drawing/2014/main" id="{7DE52E92-1F42-D34B-8002-344620F4AD1D}"/>
              </a:ext>
            </a:extLst>
          </p:cNvPr>
          <p:cNvGrpSpPr/>
          <p:nvPr userDrawn="1"/>
        </p:nvGrpSpPr>
        <p:grpSpPr>
          <a:xfrm>
            <a:off x="6187279" y="1324069"/>
            <a:ext cx="804808" cy="2020022"/>
            <a:chOff x="803275" y="1324069"/>
            <a:chExt cx="804808" cy="2020022"/>
          </a:xfrm>
        </p:grpSpPr>
        <p:sp>
          <p:nvSpPr>
            <p:cNvPr id="125" name="矩形 124">
              <a:extLst>
                <a:ext uri="{FF2B5EF4-FFF2-40B4-BE49-F238E27FC236}">
                  <a16:creationId xmlns:a16="http://schemas.microsoft.com/office/drawing/2014/main" id="{C6DD9B41-5FF9-0042-BD59-7309498477FB}"/>
                </a:ext>
              </a:extLst>
            </p:cNvPr>
            <p:cNvSpPr/>
            <p:nvPr/>
          </p:nvSpPr>
          <p:spPr>
            <a:xfrm>
              <a:off x="803275" y="1324069"/>
              <a:ext cx="804808" cy="2020022"/>
            </a:xfrm>
            <a:prstGeom prst="rect">
              <a:avLst/>
            </a:prstGeom>
            <a:noFill/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80000" rIns="180000" bIns="180000" numCol="1" spcCol="0" rtlCol="0" fromWordArt="0" anchor="t" anchorCtr="0" forceAA="0" compatLnSpc="1">
              <a:prstTxWarp prst="textNoShape">
                <a:avLst/>
              </a:prstTxWarp>
              <a:normAutofit/>
            </a:bodyPr>
            <a:lstStyle/>
            <a:p>
              <a:pPr algn="l">
                <a:lnSpc>
                  <a:spcPct val="130000"/>
                </a:lnSpc>
              </a:pPr>
              <a:endParaRPr kumimoji="1" lang="zh-CN" altLang="en-US" sz="2000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cxnSp>
          <p:nvCxnSpPr>
            <p:cNvPr id="126" name="直线连接符 125">
              <a:extLst>
                <a:ext uri="{FF2B5EF4-FFF2-40B4-BE49-F238E27FC236}">
                  <a16:creationId xmlns:a16="http://schemas.microsoft.com/office/drawing/2014/main" id="{E544495A-7894-5145-AB79-526A131C42C4}"/>
                </a:ext>
              </a:extLst>
            </p:cNvPr>
            <p:cNvCxnSpPr/>
            <p:nvPr/>
          </p:nvCxnSpPr>
          <p:spPr>
            <a:xfrm>
              <a:off x="806746" y="1375471"/>
              <a:ext cx="684965" cy="0"/>
            </a:xfrm>
            <a:prstGeom prst="line">
              <a:avLst/>
            </a:prstGeom>
            <a:ln w="1270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" name="直线连接符 126">
              <a:extLst>
                <a:ext uri="{FF2B5EF4-FFF2-40B4-BE49-F238E27FC236}">
                  <a16:creationId xmlns:a16="http://schemas.microsoft.com/office/drawing/2014/main" id="{2D5BE325-6E0F-A842-AB78-DA8B21F5F402}"/>
                </a:ext>
              </a:extLst>
            </p:cNvPr>
            <p:cNvCxnSpPr/>
            <p:nvPr/>
          </p:nvCxnSpPr>
          <p:spPr>
            <a:xfrm>
              <a:off x="806746" y="3293388"/>
              <a:ext cx="684965" cy="0"/>
            </a:xfrm>
            <a:prstGeom prst="line">
              <a:avLst/>
            </a:prstGeom>
            <a:ln w="1270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" name="直线连接符 127">
              <a:extLst>
                <a:ext uri="{FF2B5EF4-FFF2-40B4-BE49-F238E27FC236}">
                  <a16:creationId xmlns:a16="http://schemas.microsoft.com/office/drawing/2014/main" id="{213C2436-D71E-D448-9ACC-726B6CB83F8C}"/>
                </a:ext>
              </a:extLst>
            </p:cNvPr>
            <p:cNvCxnSpPr/>
            <p:nvPr/>
          </p:nvCxnSpPr>
          <p:spPr>
            <a:xfrm>
              <a:off x="857416" y="1324069"/>
              <a:ext cx="0" cy="2020022"/>
            </a:xfrm>
            <a:prstGeom prst="line">
              <a:avLst/>
            </a:prstGeom>
            <a:ln w="1270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29" name="组合 128">
            <a:extLst>
              <a:ext uri="{FF2B5EF4-FFF2-40B4-BE49-F238E27FC236}">
                <a16:creationId xmlns:a16="http://schemas.microsoft.com/office/drawing/2014/main" id="{5875CFF7-D0E2-E942-866A-EE99334FFF80}"/>
              </a:ext>
            </a:extLst>
          </p:cNvPr>
          <p:cNvGrpSpPr/>
          <p:nvPr userDrawn="1"/>
        </p:nvGrpSpPr>
        <p:grpSpPr>
          <a:xfrm>
            <a:off x="795392" y="1324069"/>
            <a:ext cx="804808" cy="2020022"/>
            <a:chOff x="803275" y="1324069"/>
            <a:chExt cx="804808" cy="2020022"/>
          </a:xfrm>
        </p:grpSpPr>
        <p:sp>
          <p:nvSpPr>
            <p:cNvPr id="130" name="矩形 129">
              <a:extLst>
                <a:ext uri="{FF2B5EF4-FFF2-40B4-BE49-F238E27FC236}">
                  <a16:creationId xmlns:a16="http://schemas.microsoft.com/office/drawing/2014/main" id="{3E9B8B57-51EB-ED4D-B692-DF960AFAB065}"/>
                </a:ext>
              </a:extLst>
            </p:cNvPr>
            <p:cNvSpPr/>
            <p:nvPr/>
          </p:nvSpPr>
          <p:spPr>
            <a:xfrm>
              <a:off x="803275" y="1324069"/>
              <a:ext cx="804808" cy="2020022"/>
            </a:xfrm>
            <a:prstGeom prst="rect">
              <a:avLst/>
            </a:prstGeom>
            <a:noFill/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80000" rIns="180000" bIns="180000" numCol="1" spcCol="0" rtlCol="0" fromWordArt="0" anchor="t" anchorCtr="0" forceAA="0" compatLnSpc="1">
              <a:prstTxWarp prst="textNoShape">
                <a:avLst/>
              </a:prstTxWarp>
              <a:normAutofit/>
            </a:bodyPr>
            <a:lstStyle/>
            <a:p>
              <a:pPr algn="l">
                <a:lnSpc>
                  <a:spcPct val="130000"/>
                </a:lnSpc>
              </a:pPr>
              <a:endParaRPr kumimoji="1" lang="zh-CN" altLang="en-US" sz="2000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cxnSp>
          <p:nvCxnSpPr>
            <p:cNvPr id="131" name="直线连接符 130">
              <a:extLst>
                <a:ext uri="{FF2B5EF4-FFF2-40B4-BE49-F238E27FC236}">
                  <a16:creationId xmlns:a16="http://schemas.microsoft.com/office/drawing/2014/main" id="{A85C7C4B-C306-6943-BEB2-DECA1AD8E8B8}"/>
                </a:ext>
              </a:extLst>
            </p:cNvPr>
            <p:cNvCxnSpPr/>
            <p:nvPr/>
          </p:nvCxnSpPr>
          <p:spPr>
            <a:xfrm>
              <a:off x="806746" y="1375471"/>
              <a:ext cx="684965" cy="0"/>
            </a:xfrm>
            <a:prstGeom prst="line">
              <a:avLst/>
            </a:prstGeom>
            <a:ln w="1270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2" name="直线连接符 131">
              <a:extLst>
                <a:ext uri="{FF2B5EF4-FFF2-40B4-BE49-F238E27FC236}">
                  <a16:creationId xmlns:a16="http://schemas.microsoft.com/office/drawing/2014/main" id="{95AA23B1-27E2-F149-9148-B04C53BA77DC}"/>
                </a:ext>
              </a:extLst>
            </p:cNvPr>
            <p:cNvCxnSpPr/>
            <p:nvPr/>
          </p:nvCxnSpPr>
          <p:spPr>
            <a:xfrm>
              <a:off x="806746" y="3293388"/>
              <a:ext cx="684965" cy="0"/>
            </a:xfrm>
            <a:prstGeom prst="line">
              <a:avLst/>
            </a:prstGeom>
            <a:ln w="1270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" name="直线连接符 132">
              <a:extLst>
                <a:ext uri="{FF2B5EF4-FFF2-40B4-BE49-F238E27FC236}">
                  <a16:creationId xmlns:a16="http://schemas.microsoft.com/office/drawing/2014/main" id="{905E7B71-A0BD-814A-BE3B-F06763196D9D}"/>
                </a:ext>
              </a:extLst>
            </p:cNvPr>
            <p:cNvCxnSpPr/>
            <p:nvPr/>
          </p:nvCxnSpPr>
          <p:spPr>
            <a:xfrm>
              <a:off x="857416" y="1324069"/>
              <a:ext cx="0" cy="2020022"/>
            </a:xfrm>
            <a:prstGeom prst="line">
              <a:avLst/>
            </a:prstGeom>
            <a:ln w="1270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标题 1">
            <a:extLst>
              <a:ext uri="{FF2B5EF4-FFF2-40B4-BE49-F238E27FC236}">
                <a16:creationId xmlns:a16="http://schemas.microsoft.com/office/drawing/2014/main" id="{2F6E400B-D16B-4A3A-AC95-3E3276FD3F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3275" y="393486"/>
            <a:ext cx="8970989" cy="663575"/>
          </a:xfrm>
        </p:spPr>
        <p:txBody>
          <a:bodyPr lIns="0"/>
          <a:lstStyle>
            <a:lvl1pPr>
              <a:defRPr b="1">
                <a:solidFill>
                  <a:schemeClr val="accent2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cxnSp>
        <p:nvCxnSpPr>
          <p:cNvPr id="4" name="直线连接符 3">
            <a:extLst>
              <a:ext uri="{FF2B5EF4-FFF2-40B4-BE49-F238E27FC236}">
                <a16:creationId xmlns:a16="http://schemas.microsoft.com/office/drawing/2014/main" id="{959D5530-A0A5-934E-AAE7-E3140A5C1BA3}"/>
              </a:ext>
            </a:extLst>
          </p:cNvPr>
          <p:cNvCxnSpPr/>
          <p:nvPr userDrawn="1"/>
        </p:nvCxnSpPr>
        <p:spPr>
          <a:xfrm>
            <a:off x="0" y="1016000"/>
            <a:ext cx="12192000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图片占位符 5">
            <a:extLst>
              <a:ext uri="{FF2B5EF4-FFF2-40B4-BE49-F238E27FC236}">
                <a16:creationId xmlns:a16="http://schemas.microsoft.com/office/drawing/2014/main" id="{C432B0D4-0E13-9343-8959-A80D6C2B8D5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424066" y="1160463"/>
            <a:ext cx="4557008" cy="2347235"/>
          </a:xfrm>
        </p:spPr>
        <p:txBody>
          <a:bodyPr/>
          <a:lstStyle/>
          <a:p>
            <a:endParaRPr kumimoji="1" lang="zh-CN" altLang="en-US"/>
          </a:p>
        </p:txBody>
      </p:sp>
      <p:sp>
        <p:nvSpPr>
          <p:cNvPr id="114" name="图片占位符 5">
            <a:extLst>
              <a:ext uri="{FF2B5EF4-FFF2-40B4-BE49-F238E27FC236}">
                <a16:creationId xmlns:a16="http://schemas.microsoft.com/office/drawing/2014/main" id="{1E8770B6-D141-8D46-8D83-CCAA9D5CFB5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831717" y="1160463"/>
            <a:ext cx="4557008" cy="2347235"/>
          </a:xfrm>
        </p:spPr>
        <p:txBody>
          <a:bodyPr/>
          <a:lstStyle/>
          <a:p>
            <a:endParaRPr kumimoji="1" lang="zh-CN" altLang="en-US"/>
          </a:p>
        </p:txBody>
      </p:sp>
      <p:sp>
        <p:nvSpPr>
          <p:cNvPr id="115" name="图片占位符 5">
            <a:extLst>
              <a:ext uri="{FF2B5EF4-FFF2-40B4-BE49-F238E27FC236}">
                <a16:creationId xmlns:a16="http://schemas.microsoft.com/office/drawing/2014/main" id="{EA787B3B-BBA3-3346-8252-CB0D6C330843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810621" y="3890053"/>
            <a:ext cx="4557008" cy="2347235"/>
          </a:xfrm>
        </p:spPr>
        <p:txBody>
          <a:bodyPr/>
          <a:lstStyle/>
          <a:p>
            <a:endParaRPr kumimoji="1" lang="zh-CN" altLang="en-US"/>
          </a:p>
        </p:txBody>
      </p:sp>
      <p:sp>
        <p:nvSpPr>
          <p:cNvPr id="116" name="图片占位符 5">
            <a:extLst>
              <a:ext uri="{FF2B5EF4-FFF2-40B4-BE49-F238E27FC236}">
                <a16:creationId xmlns:a16="http://schemas.microsoft.com/office/drawing/2014/main" id="{71E68498-8DB9-F14E-8E0A-B202AFC8B05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218272" y="3890053"/>
            <a:ext cx="4557008" cy="2347235"/>
          </a:xfrm>
        </p:spPr>
        <p:txBody>
          <a:bodyPr/>
          <a:lstStyle/>
          <a:p>
            <a:endParaRPr kumimoji="1" lang="zh-CN" altLang="en-US"/>
          </a:p>
        </p:txBody>
      </p:sp>
      <p:pic>
        <p:nvPicPr>
          <p:cNvPr id="134" name="图片 133">
            <a:extLst>
              <a:ext uri="{FF2B5EF4-FFF2-40B4-BE49-F238E27FC236}">
                <a16:creationId xmlns:a16="http://schemas.microsoft.com/office/drawing/2014/main" id="{09B43C3A-953F-4ED4-B054-5BB8C9ECF39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858405" y="455660"/>
            <a:ext cx="1594567" cy="4811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17478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EEE47CB6-0B60-4938-B1C6-A57C485A435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60400" y="6235700"/>
            <a:ext cx="2921000" cy="365125"/>
          </a:xfrm>
          <a:prstGeom prst="rect">
            <a:avLst/>
          </a:prstGeom>
        </p:spPr>
        <p:txBody>
          <a:bodyPr/>
          <a:lstStyle/>
          <a:p>
            <a:fld id="{D6478642-F5CF-47BB-99CE-6B8ED7A71BD2}" type="datetimeFigureOut">
              <a:rPr lang="zh-CN" altLang="en-US" smtClean="0"/>
              <a:t>2026/6/30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BE76D4F4-75D7-453C-9536-3BDEB35A1C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23570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0324726-48AA-42C3-A6FE-76CC86451F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235700"/>
            <a:ext cx="2905340" cy="365125"/>
          </a:xfrm>
          <a:prstGeom prst="rect">
            <a:avLst/>
          </a:prstGeom>
        </p:spPr>
        <p:txBody>
          <a:bodyPr/>
          <a:lstStyle/>
          <a:p>
            <a:fld id="{DA0C4C2A-0013-4D0D-BA0B-DE308E42093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933828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4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theme" Target="../theme/theme2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slideLayout" Target="../slideLayouts/slideLayout2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7893BD69-EC6C-C2F6-E940-F2461F1697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BB09483-1846-1F69-FF9F-CC48ADFF98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BB54405-51A0-ED1A-5FFE-2AC71D87F19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E3E694-23FA-434A-8E00-0DAE3B948F43}" type="datetimeFigureOut">
              <a:rPr lang="zh-CN" altLang="en-US" smtClean="0"/>
              <a:t>2026/6/30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5645958-21DF-AB52-FCAE-A67C9E0602C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AD50B6C-AE87-D18D-C57E-A1009F10735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FC4C22-3292-4522-BD09-257BD48C99E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145231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498B7C9D-C1BC-434F-B29C-0E40385631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3275" y="321475"/>
            <a:ext cx="7950200" cy="663575"/>
          </a:xfrm>
          <a:prstGeom prst="rect">
            <a:avLst/>
          </a:prstGeom>
        </p:spPr>
        <p:txBody>
          <a:bodyPr vert="horz" lIns="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28D2EE8-60EB-4758-81FA-19EC197F70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03274" y="1130300"/>
            <a:ext cx="10712665" cy="5046663"/>
          </a:xfrm>
          <a:prstGeom prst="rect">
            <a:avLst/>
          </a:prstGeom>
        </p:spPr>
        <p:txBody>
          <a:bodyPr vert="horz" lIns="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210" name="页脚占位符 4">
            <a:extLst>
              <a:ext uri="{FF2B5EF4-FFF2-40B4-BE49-F238E27FC236}">
                <a16:creationId xmlns:a16="http://schemas.microsoft.com/office/drawing/2014/main" id="{5160DD68-6F9D-4942-B75D-333F4FD92B28}"/>
              </a:ext>
            </a:extLst>
          </p:cNvPr>
          <p:cNvSpPr txBox="1">
            <a:spLocks/>
          </p:cNvSpPr>
          <p:nvPr userDrawn="1"/>
        </p:nvSpPr>
        <p:spPr>
          <a:xfrm>
            <a:off x="4038600" y="6242006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884944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</p:sldLayoutIdLst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319">
          <p15:clr>
            <a:srgbClr val="F26B43"/>
          </p15:clr>
        </p15:guide>
        <p15:guide id="2" pos="3840">
          <p15:clr>
            <a:srgbClr val="F26B43"/>
          </p15:clr>
        </p15:guide>
        <p15:guide id="3" pos="415">
          <p15:clr>
            <a:srgbClr val="F26B43"/>
          </p15:clr>
        </p15:guide>
        <p15:guide id="4" pos="7265">
          <p15:clr>
            <a:srgbClr val="F26B43"/>
          </p15:clr>
        </p15:guide>
        <p15:guide id="5" orient="horz" pos="640">
          <p15:clr>
            <a:srgbClr val="F26B43"/>
          </p15:clr>
        </p15:guide>
        <p15:guide id="6" orient="horz" pos="731">
          <p15:clr>
            <a:srgbClr val="F26B43"/>
          </p15:clr>
        </p15:guide>
        <p15:guide id="7" orient="horz" pos="3929">
          <p15:clr>
            <a:srgbClr val="F26B43"/>
          </p15:clr>
        </p15:guide>
        <p15:guide id="8" orient="horz" pos="4020">
          <p15:clr>
            <a:srgbClr val="F26B43"/>
          </p15:clr>
        </p15:guide>
        <p15:guide id="9" pos="2706">
          <p15:clr>
            <a:srgbClr val="F26B43"/>
          </p15:clr>
        </p15:guide>
        <p15:guide id="10" pos="4974">
          <p15:clr>
            <a:srgbClr val="F26B43"/>
          </p15:clr>
        </p15:guide>
        <p15:guide id="11" pos="506">
          <p15:clr>
            <a:srgbClr val="F26B43"/>
          </p15:clr>
        </p15:guide>
        <p15:guide id="12" pos="717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5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370E2996-570C-80AF-F6B1-C229E40CEEB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1731" y="1014620"/>
            <a:ext cx="9147335" cy="3015514"/>
          </a:xfrm>
        </p:spPr>
        <p:txBody>
          <a:bodyPr>
            <a:normAutofit/>
          </a:bodyPr>
          <a:lstStyle/>
          <a:p>
            <a:r>
              <a:rPr lang="en-US" altLang="zh-CN" sz="4000" dirty="0"/>
              <a:t>Multi-Threaded Client-Server Chat Application with Encryption</a:t>
            </a:r>
            <a:br>
              <a:rPr lang="en-US" altLang="zh-CN" sz="3600" dirty="0"/>
            </a:br>
            <a:endParaRPr lang="zh-CN" altLang="en-US" sz="4000" dirty="0"/>
          </a:p>
        </p:txBody>
      </p:sp>
      <p:sp>
        <p:nvSpPr>
          <p:cNvPr id="5" name="副标题 4">
            <a:extLst>
              <a:ext uri="{FF2B5EF4-FFF2-40B4-BE49-F238E27FC236}">
                <a16:creationId xmlns:a16="http://schemas.microsoft.com/office/drawing/2014/main" id="{FF9CBD72-8D00-2900-80D0-73F06E860C1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935942" y="4385734"/>
            <a:ext cx="8129058" cy="550332"/>
          </a:xfrm>
        </p:spPr>
        <p:txBody>
          <a:bodyPr>
            <a:normAutofit/>
          </a:bodyPr>
          <a:lstStyle/>
          <a:p>
            <a:r>
              <a:rPr lang="en-US" altLang="zh-CN" sz="1050" b="1" dirty="0"/>
              <a:t>	</a:t>
            </a:r>
            <a:r>
              <a:rPr lang="en-US" altLang="zh-CN" sz="2000" b="1" dirty="0"/>
              <a:t>--- presentation given by Chen Jingguo 2024150171</a:t>
            </a:r>
            <a:endParaRPr lang="zh-CN" altLang="en-US" sz="1050" dirty="0"/>
          </a:p>
        </p:txBody>
      </p:sp>
    </p:spTree>
    <p:extLst>
      <p:ext uri="{BB962C8B-B14F-4D97-AF65-F5344CB8AC3E}">
        <p14:creationId xmlns:p14="http://schemas.microsoft.com/office/powerpoint/2010/main" val="33649649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5F1F7FD-87FF-78CC-CCC0-E10D4818C7F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95866" y="1294795"/>
            <a:ext cx="3506260" cy="508453"/>
          </a:xfrm>
        </p:spPr>
        <p:txBody>
          <a:bodyPr>
            <a:normAutofit lnSpcReduction="10000"/>
          </a:bodyPr>
          <a:lstStyle/>
          <a:p>
            <a:pPr algn="ctr"/>
            <a:r>
              <a:rPr lang="en-US" altLang="zh-CN" sz="3200" dirty="0">
                <a:solidFill>
                  <a:srgbClr val="8D0A43"/>
                </a:solidFill>
                <a:latin typeface="+mj-lt"/>
                <a:ea typeface="+mj-ea"/>
                <a:cs typeface="+mj-cs"/>
              </a:rPr>
              <a:t>Project Structure</a:t>
            </a:r>
            <a:endParaRPr lang="zh-CN" altLang="en-US" sz="3200" dirty="0">
              <a:solidFill>
                <a:srgbClr val="8D0A43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3338CE55-6C81-193B-50B1-282C0923C6CA}"/>
              </a:ext>
            </a:extLst>
          </p:cNvPr>
          <p:cNvSpPr txBox="1"/>
          <p:nvPr/>
        </p:nvSpPr>
        <p:spPr>
          <a:xfrm>
            <a:off x="795866" y="2082800"/>
            <a:ext cx="4004733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zh-CN" altLang="zh-CN" sz="1800" b="1" dirty="0">
                <a:effectLst/>
                <a:latin typeface="JetBrains Mono"/>
              </a:rPr>
              <a:t>ChatSystem/</a:t>
            </a:r>
            <a:br>
              <a:rPr lang="zh-CN" altLang="zh-CN" sz="1800" b="1" dirty="0">
                <a:effectLst/>
                <a:latin typeface="JetBrains Mono"/>
              </a:rPr>
            </a:br>
            <a:br>
              <a:rPr lang="zh-CN" altLang="zh-CN" sz="1800" b="1" dirty="0">
                <a:effectLst/>
                <a:latin typeface="JetBrains Mono"/>
              </a:rPr>
            </a:br>
            <a:r>
              <a:rPr lang="zh-CN" altLang="zh-CN" sz="1800" b="1" dirty="0">
                <a:effectLst/>
                <a:latin typeface="JetBrains Mono"/>
              </a:rPr>
              <a:t>├── common/                </a:t>
            </a:r>
            <a:br>
              <a:rPr lang="zh-CN" altLang="zh-CN" sz="1800" b="1" dirty="0">
                <a:effectLst/>
                <a:latin typeface="JetBrains Mono"/>
              </a:rPr>
            </a:br>
            <a:r>
              <a:rPr lang="zh-CN" altLang="zh-CN" sz="1800" b="1" dirty="0">
                <a:effectLst/>
                <a:latin typeface="JetBrains Mono"/>
              </a:rPr>
              <a:t>│   ├── Message.java</a:t>
            </a:r>
            <a:br>
              <a:rPr lang="zh-CN" altLang="zh-CN" sz="1800" b="1" dirty="0">
                <a:effectLst/>
                <a:latin typeface="JetBrains Mono"/>
              </a:rPr>
            </a:br>
            <a:r>
              <a:rPr lang="zh-CN" altLang="zh-CN" sz="1800" b="1" dirty="0">
                <a:effectLst/>
                <a:latin typeface="JetBrains Mono"/>
              </a:rPr>
              <a:t>│   ├── Protocol.java</a:t>
            </a:r>
            <a:br>
              <a:rPr lang="zh-CN" altLang="zh-CN" sz="1800" b="1" dirty="0">
                <a:effectLst/>
                <a:latin typeface="JetBrains Mono"/>
              </a:rPr>
            </a:br>
            <a:r>
              <a:rPr lang="zh-CN" altLang="zh-CN" sz="1800" b="1" dirty="0">
                <a:effectLst/>
                <a:latin typeface="JetBrains Mono"/>
              </a:rPr>
              <a:t>│</a:t>
            </a:r>
            <a:br>
              <a:rPr lang="zh-CN" altLang="zh-CN" sz="1800" b="1" dirty="0">
                <a:effectLst/>
                <a:latin typeface="JetBrains Mono"/>
              </a:rPr>
            </a:br>
            <a:r>
              <a:rPr lang="zh-CN" altLang="zh-CN" sz="1800" b="1" dirty="0">
                <a:effectLst/>
                <a:latin typeface="JetBrains Mono"/>
              </a:rPr>
              <a:t>├── server/</a:t>
            </a:r>
            <a:br>
              <a:rPr lang="zh-CN" altLang="zh-CN" sz="1800" b="1" dirty="0">
                <a:effectLst/>
                <a:latin typeface="JetBrains Mono"/>
              </a:rPr>
            </a:br>
            <a:r>
              <a:rPr lang="zh-CN" altLang="zh-CN" sz="1800" b="1" dirty="0">
                <a:effectLst/>
                <a:latin typeface="JetBrains Mono"/>
              </a:rPr>
              <a:t>│   ├── ChatServer.java   </a:t>
            </a:r>
            <a:br>
              <a:rPr lang="zh-CN" altLang="zh-CN" sz="1800" b="1" dirty="0">
                <a:effectLst/>
                <a:latin typeface="JetBrains Mono"/>
              </a:rPr>
            </a:br>
            <a:r>
              <a:rPr lang="zh-CN" altLang="zh-CN" sz="1800" b="1" dirty="0">
                <a:effectLst/>
                <a:latin typeface="JetBrains Mono"/>
              </a:rPr>
              <a:t>│   ├── ClientHandler.java</a:t>
            </a:r>
            <a:br>
              <a:rPr lang="zh-CN" altLang="zh-CN" sz="1800" b="1" dirty="0">
                <a:effectLst/>
                <a:latin typeface="JetBrains Mono"/>
              </a:rPr>
            </a:br>
            <a:r>
              <a:rPr lang="zh-CN" altLang="zh-CN" sz="1800" b="1" dirty="0">
                <a:effectLst/>
                <a:latin typeface="JetBrains Mono"/>
              </a:rPr>
              <a:t>│   ├── MessageRouter.java</a:t>
            </a:r>
            <a:br>
              <a:rPr lang="zh-CN" altLang="zh-CN" sz="1800" b="1" dirty="0">
                <a:effectLst/>
                <a:latin typeface="JetBrains Mono"/>
              </a:rPr>
            </a:br>
            <a:r>
              <a:rPr lang="zh-CN" altLang="zh-CN" sz="1800" b="1" dirty="0">
                <a:effectLst/>
                <a:latin typeface="JetBrains Mono"/>
              </a:rPr>
              <a:t>│   ├── ExtensionManager.java</a:t>
            </a:r>
            <a:br>
              <a:rPr lang="zh-CN" altLang="zh-CN" sz="1800" b="1" dirty="0">
                <a:effectLst/>
                <a:latin typeface="JetBrains Mono"/>
              </a:rPr>
            </a:br>
            <a:r>
              <a:rPr lang="zh-CN" altLang="zh-CN" sz="1800" b="1" dirty="0">
                <a:effectLst/>
                <a:latin typeface="JetBrains Mono"/>
              </a:rPr>
              <a:t>│   ├── OnlineUserManager.java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13802328-9C6B-ECB9-9E63-AD24C3561193}"/>
              </a:ext>
            </a:extLst>
          </p:cNvPr>
          <p:cNvSpPr txBox="1"/>
          <p:nvPr/>
        </p:nvSpPr>
        <p:spPr>
          <a:xfrm>
            <a:off x="8305800" y="2082800"/>
            <a:ext cx="3611880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sz="1800" b="1" dirty="0">
                <a:effectLst/>
                <a:latin typeface="JetBrains Mono"/>
              </a:rPr>
              <a:t>├── file/</a:t>
            </a:r>
            <a:br>
              <a:rPr lang="zh-CN" altLang="zh-CN" sz="1800" b="1" dirty="0">
                <a:effectLst/>
                <a:latin typeface="JetBrains Mono"/>
              </a:rPr>
            </a:br>
            <a:r>
              <a:rPr lang="zh-CN" altLang="zh-CN" sz="1800" b="1" dirty="0">
                <a:effectLst/>
                <a:latin typeface="JetBrains Mono"/>
              </a:rPr>
              <a:t>│   ├── FileHttpServer.java </a:t>
            </a:r>
            <a:br>
              <a:rPr lang="zh-CN" altLang="zh-CN" sz="1800" b="1" dirty="0">
                <a:effectLst/>
                <a:latin typeface="JetBrains Mono"/>
              </a:rPr>
            </a:br>
            <a:r>
              <a:rPr lang="zh-CN" altLang="zh-CN" sz="1800" b="1" dirty="0">
                <a:effectLst/>
                <a:latin typeface="JetBrains Mono"/>
              </a:rPr>
              <a:t>│   ├── FileClient.java</a:t>
            </a:r>
            <a:br>
              <a:rPr lang="zh-CN" altLang="zh-CN" sz="1800" b="1" dirty="0">
                <a:effectLst/>
                <a:latin typeface="JetBrains Mono"/>
              </a:rPr>
            </a:br>
            <a:r>
              <a:rPr lang="zh-CN" altLang="zh-CN" sz="1800" b="1" dirty="0">
                <a:effectLst/>
                <a:latin typeface="JetBrains Mono"/>
              </a:rPr>
              <a:t>│</a:t>
            </a:r>
            <a:br>
              <a:rPr lang="zh-CN" altLang="zh-CN" sz="1800" b="1" dirty="0">
                <a:effectLst/>
                <a:latin typeface="JetBrains Mono"/>
              </a:rPr>
            </a:br>
            <a:r>
              <a:rPr lang="zh-CN" altLang="zh-CN" sz="1800" b="1" dirty="0">
                <a:effectLst/>
                <a:latin typeface="JetBrains Mono"/>
              </a:rPr>
              <a:t>├── udp/</a:t>
            </a:r>
            <a:br>
              <a:rPr lang="zh-CN" altLang="zh-CN" sz="1800" b="1" dirty="0">
                <a:effectLst/>
                <a:latin typeface="JetBrains Mono"/>
              </a:rPr>
            </a:br>
            <a:r>
              <a:rPr lang="zh-CN" altLang="zh-CN" sz="1800" b="1" dirty="0">
                <a:effectLst/>
                <a:latin typeface="JetBrains Mono"/>
              </a:rPr>
              <a:t>│   ├── UDPBroadcastServer.java </a:t>
            </a:r>
            <a:br>
              <a:rPr lang="zh-CN" altLang="zh-CN" sz="1800" b="1" dirty="0">
                <a:effectLst/>
                <a:latin typeface="JetBrains Mono"/>
              </a:rPr>
            </a:br>
            <a:r>
              <a:rPr lang="zh-CN" altLang="zh-CN" sz="1800" b="1" dirty="0">
                <a:effectLst/>
                <a:latin typeface="JetBrains Mono"/>
              </a:rPr>
              <a:t>│</a:t>
            </a:r>
            <a:br>
              <a:rPr lang="zh-CN" altLang="zh-CN" sz="1800" b="1" dirty="0">
                <a:effectLst/>
                <a:latin typeface="JetBrains Mono"/>
              </a:rPr>
            </a:br>
            <a:r>
              <a:rPr lang="zh-CN" altLang="zh-CN" sz="1800" b="1" dirty="0">
                <a:effectLst/>
                <a:latin typeface="JetBrains Mono"/>
              </a:rPr>
              <a:t>├── log/</a:t>
            </a:r>
            <a:br>
              <a:rPr lang="zh-CN" altLang="zh-CN" sz="1800" b="1" dirty="0">
                <a:effectLst/>
                <a:latin typeface="JetBrains Mono"/>
              </a:rPr>
            </a:br>
            <a:r>
              <a:rPr lang="zh-CN" altLang="zh-CN" sz="1800" b="1" dirty="0">
                <a:effectLst/>
                <a:latin typeface="JetBrains Mono"/>
              </a:rPr>
              <a:t>│   ├── Logger.java       </a:t>
            </a:r>
            <a:br>
              <a:rPr lang="zh-CN" altLang="zh-CN" sz="1800" b="1" dirty="0">
                <a:effectLst/>
                <a:latin typeface="JetBrains Mono"/>
              </a:rPr>
            </a:br>
            <a:r>
              <a:rPr lang="zh-CN" altLang="zh-CN" sz="1800" b="1" dirty="0">
                <a:effectLst/>
                <a:latin typeface="JetBrains Mono"/>
              </a:rPr>
              <a:t>│</a:t>
            </a:r>
            <a:br>
              <a:rPr lang="zh-CN" altLang="zh-CN" sz="1800" b="1" dirty="0">
                <a:effectLst/>
                <a:latin typeface="JetBrains Mono"/>
              </a:rPr>
            </a:br>
            <a:r>
              <a:rPr lang="zh-CN" altLang="zh-CN" sz="1800" b="1" dirty="0">
                <a:effectLst/>
                <a:latin typeface="JetBrains Mono"/>
              </a:rPr>
              <a:t>└── admin/</a:t>
            </a:r>
            <a:br>
              <a:rPr lang="zh-CN" altLang="zh-CN" sz="1800" b="1" dirty="0">
                <a:effectLst/>
                <a:latin typeface="JetBrains Mono"/>
              </a:rPr>
            </a:br>
            <a:r>
              <a:rPr lang="zh-CN" altLang="zh-CN" sz="1800" b="1" dirty="0">
                <a:effectLst/>
                <a:latin typeface="JetBrains Mono"/>
              </a:rPr>
              <a:t>    ├── AdminCommandHandler.java </a:t>
            </a:r>
            <a:endParaRPr lang="zh-CN" altLang="en-US" b="1" dirty="0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7ABD3A5A-6373-E7AB-8ACD-9991099B9C89}"/>
              </a:ext>
            </a:extLst>
          </p:cNvPr>
          <p:cNvSpPr txBox="1"/>
          <p:nvPr/>
        </p:nvSpPr>
        <p:spPr>
          <a:xfrm>
            <a:off x="4673070" y="2082800"/>
            <a:ext cx="3506260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sz="1800" b="1" dirty="0">
                <a:effectLst/>
                <a:latin typeface="JetBrains Mono"/>
              </a:rPr>
              <a:t>├── security/</a:t>
            </a:r>
            <a:br>
              <a:rPr lang="zh-CN" altLang="zh-CN" sz="1800" b="1" dirty="0">
                <a:effectLst/>
                <a:latin typeface="JetBrains Mono"/>
              </a:rPr>
            </a:br>
            <a:r>
              <a:rPr lang="zh-CN" altLang="zh-CN" sz="1800" b="1" dirty="0">
                <a:effectLst/>
                <a:latin typeface="JetBrains Mono"/>
              </a:rPr>
              <a:t>│   ├── UserManager.java  </a:t>
            </a:r>
            <a:br>
              <a:rPr lang="zh-CN" altLang="zh-CN" sz="1800" b="1" dirty="0">
                <a:effectLst/>
                <a:latin typeface="JetBrains Mono"/>
              </a:rPr>
            </a:br>
            <a:r>
              <a:rPr lang="zh-CN" altLang="zh-CN" sz="1800" b="1" dirty="0">
                <a:effectLst/>
                <a:latin typeface="JetBrains Mono"/>
              </a:rPr>
              <a:t>│   ├── AuthService.java</a:t>
            </a:r>
            <a:br>
              <a:rPr lang="zh-CN" altLang="zh-CN" sz="1800" b="1" dirty="0">
                <a:effectLst/>
                <a:latin typeface="JetBrains Mono"/>
              </a:rPr>
            </a:br>
            <a:r>
              <a:rPr lang="zh-CN" altLang="zh-CN" sz="1800" b="1" dirty="0">
                <a:effectLst/>
                <a:latin typeface="JetBrains Mono"/>
              </a:rPr>
              <a:t>│   ├── AuthResult.java</a:t>
            </a:r>
            <a:br>
              <a:rPr lang="zh-CN" altLang="zh-CN" sz="1800" b="1" dirty="0">
                <a:effectLst/>
                <a:latin typeface="JetBrains Mono"/>
              </a:rPr>
            </a:br>
            <a:r>
              <a:rPr lang="zh-CN" altLang="zh-CN" sz="1800" b="1" dirty="0">
                <a:effectLst/>
                <a:latin typeface="JetBrains Mono"/>
              </a:rPr>
              <a:t>│   ├── PasswordUtil.java</a:t>
            </a:r>
            <a:br>
              <a:rPr lang="zh-CN" altLang="zh-CN" sz="1800" b="1" dirty="0">
                <a:effectLst/>
                <a:latin typeface="JetBrains Mono"/>
              </a:rPr>
            </a:br>
            <a:r>
              <a:rPr lang="zh-CN" altLang="zh-CN" sz="1800" b="1" dirty="0">
                <a:effectLst/>
                <a:latin typeface="JetBrains Mono"/>
              </a:rPr>
              <a:t>│   ├── SecurityBootstrap.java</a:t>
            </a:r>
            <a:br>
              <a:rPr lang="zh-CN" altLang="zh-CN" sz="1800" b="1" dirty="0">
                <a:effectLst/>
                <a:latin typeface="JetBrains Mono"/>
              </a:rPr>
            </a:br>
            <a:r>
              <a:rPr lang="zh-CN" altLang="zh-CN" sz="1800" b="1" dirty="0">
                <a:effectLst/>
                <a:latin typeface="JetBrains Mono"/>
              </a:rPr>
              <a:t>│   ├── SSLContextBuilder.java</a:t>
            </a:r>
            <a:br>
              <a:rPr lang="zh-CN" altLang="zh-CN" sz="1800" b="1" dirty="0">
                <a:effectLst/>
                <a:latin typeface="JetBrains Mono"/>
              </a:rPr>
            </a:br>
            <a:r>
              <a:rPr lang="zh-CN" altLang="zh-CN" sz="1800" b="1" dirty="0">
                <a:effectLst/>
                <a:latin typeface="JetBrains Mono"/>
              </a:rPr>
              <a:t>│</a:t>
            </a:r>
            <a:br>
              <a:rPr lang="zh-CN" altLang="zh-CN" sz="1800" b="1" dirty="0">
                <a:effectLst/>
                <a:latin typeface="JetBrains Mono"/>
              </a:rPr>
            </a:br>
            <a:r>
              <a:rPr lang="zh-CN" altLang="zh-CN" sz="1800" b="1" dirty="0">
                <a:effectLst/>
                <a:latin typeface="JetBrains Mono"/>
              </a:rPr>
              <a:t>├── client/</a:t>
            </a:r>
            <a:br>
              <a:rPr lang="zh-CN" altLang="zh-CN" sz="1800" b="1" dirty="0">
                <a:effectLst/>
                <a:latin typeface="JetBrains Mono"/>
              </a:rPr>
            </a:br>
            <a:r>
              <a:rPr lang="zh-CN" altLang="zh-CN" sz="1800" b="1" dirty="0">
                <a:effectLst/>
                <a:latin typeface="JetBrains Mono"/>
              </a:rPr>
              <a:t>│   ├── ChatClient.java</a:t>
            </a:r>
            <a:br>
              <a:rPr lang="zh-CN" altLang="zh-CN" sz="1800" b="1" dirty="0">
                <a:effectLst/>
                <a:latin typeface="JetBrains Mono"/>
              </a:rPr>
            </a:br>
            <a:r>
              <a:rPr lang="zh-CN" altLang="zh-CN" sz="1800" b="1" dirty="0">
                <a:effectLst/>
                <a:latin typeface="JetBrains Mono"/>
              </a:rPr>
              <a:t>│   ├── RegisterDialog.java</a:t>
            </a:r>
            <a:br>
              <a:rPr lang="zh-CN" altLang="zh-CN" sz="1800" b="1" dirty="0">
                <a:effectLst/>
                <a:latin typeface="JetBrains Mono"/>
              </a:rPr>
            </a:br>
            <a:r>
              <a:rPr lang="zh-CN" altLang="zh-CN" sz="1800" b="1" dirty="0">
                <a:effectLst/>
                <a:latin typeface="JetBrains Mono"/>
              </a:rPr>
              <a:t>│   ├── ChatWindow.java</a:t>
            </a:r>
            <a:br>
              <a:rPr lang="zh-CN" altLang="zh-CN" sz="1800" b="1" dirty="0">
                <a:effectLst/>
                <a:latin typeface="JetBrains Mono"/>
              </a:rPr>
            </a:br>
            <a:r>
              <a:rPr lang="zh-CN" altLang="zh-CN" sz="1800" b="1" dirty="0">
                <a:effectLst/>
                <a:latin typeface="JetBrains Mono"/>
              </a:rPr>
              <a:t>│   ├── PrivateChatWindow.java</a:t>
            </a:r>
            <a:br>
              <a:rPr lang="zh-CN" altLang="zh-CN" sz="1800" b="1" dirty="0">
                <a:effectLst/>
                <a:latin typeface="JetBrains Mono"/>
              </a:rPr>
            </a:br>
            <a:r>
              <a:rPr lang="zh-CN" altLang="zh-CN" sz="1800" b="1" dirty="0">
                <a:effectLst/>
                <a:latin typeface="JetBrains Mono"/>
              </a:rPr>
              <a:t>│   ├── ClientGUI.java    </a:t>
            </a:r>
            <a:br>
              <a:rPr lang="zh-CN" altLang="zh-CN" sz="1800" b="1" dirty="0">
                <a:effectLst/>
                <a:latin typeface="JetBrains Mono"/>
              </a:rPr>
            </a:br>
            <a:r>
              <a:rPr lang="zh-CN" altLang="zh-CN" sz="1800" b="1" dirty="0">
                <a:effectLst/>
                <a:latin typeface="JetBrains Mono"/>
              </a:rPr>
              <a:t>│   ├── ClientConnection.java    </a:t>
            </a:r>
            <a:br>
              <a:rPr lang="zh-CN" altLang="zh-CN" sz="1800" b="1" dirty="0">
                <a:effectLst/>
                <a:latin typeface="JetBrains Mono"/>
              </a:rPr>
            </a:br>
            <a:r>
              <a:rPr lang="zh-CN" altLang="zh-CN" sz="1800" b="1" dirty="0">
                <a:effectLst/>
                <a:latin typeface="JetBrains Mono"/>
              </a:rPr>
              <a:t>│   ├── LoginFrame.java</a:t>
            </a:r>
            <a:endParaRPr lang="zh-CN" altLang="en-US" b="1" dirty="0"/>
          </a:p>
        </p:txBody>
      </p:sp>
    </p:spTree>
    <p:extLst>
      <p:ext uri="{BB962C8B-B14F-4D97-AF65-F5344CB8AC3E}">
        <p14:creationId xmlns:p14="http://schemas.microsoft.com/office/powerpoint/2010/main" val="1680956172"/>
      </p:ext>
    </p:extLst>
  </p:cSld>
  <p:clrMapOvr>
    <a:masterClrMapping/>
  </p:clrMapOvr>
  <p:transition spd="slow">
    <p:wip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2EE60C-02B1-0EDC-38A4-D40D069308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文本框 10">
            <a:extLst>
              <a:ext uri="{FF2B5EF4-FFF2-40B4-BE49-F238E27FC236}">
                <a16:creationId xmlns:a16="http://schemas.microsoft.com/office/drawing/2014/main" id="{72B9DB28-9ACB-0AD0-D44E-BF5F40A81792}"/>
              </a:ext>
            </a:extLst>
          </p:cNvPr>
          <p:cNvSpPr txBox="1"/>
          <p:nvPr/>
        </p:nvSpPr>
        <p:spPr>
          <a:xfrm>
            <a:off x="736599" y="2497908"/>
            <a:ext cx="7526867" cy="3314965"/>
          </a:xfrm>
          <a:prstGeom prst="rect">
            <a:avLst/>
          </a:prstGeom>
          <a:noFill/>
        </p:spPr>
        <p:txBody>
          <a:bodyPr wrap="square" lIns="180000" tIns="180000" rIns="180000" bIns="180000" rtlCol="0">
            <a:spAutoFit/>
          </a:bodyPr>
          <a:lstStyle/>
          <a:p>
            <a:pPr algn="just">
              <a:lnSpc>
                <a:spcPct val="130000"/>
              </a:lnSpc>
              <a:spcAft>
                <a:spcPts val="600"/>
              </a:spcAft>
            </a:pPr>
            <a:r>
              <a:rPr lang="en-US" altLang="zh-CN" b="1" dirty="0">
                <a:latin typeface="JetBrains Mono"/>
              </a:rPr>
              <a:t>public static final String LOGIN    = "LOGIN";</a:t>
            </a:r>
          </a:p>
          <a:p>
            <a:pPr algn="just">
              <a:lnSpc>
                <a:spcPct val="130000"/>
              </a:lnSpc>
              <a:spcAft>
                <a:spcPts val="600"/>
              </a:spcAft>
            </a:pPr>
            <a:r>
              <a:rPr lang="en-US" altLang="zh-CN" b="1" dirty="0">
                <a:latin typeface="JetBrains Mono"/>
              </a:rPr>
              <a:t>public static final String REGISTER = "REGISTER";</a:t>
            </a:r>
          </a:p>
          <a:p>
            <a:pPr algn="just">
              <a:lnSpc>
                <a:spcPct val="130000"/>
              </a:lnSpc>
              <a:spcAft>
                <a:spcPts val="600"/>
              </a:spcAft>
            </a:pPr>
            <a:r>
              <a:rPr lang="en-US" altLang="zh-CN" b="1" dirty="0">
                <a:latin typeface="JetBrains Mono"/>
              </a:rPr>
              <a:t>public static final String LOGOUT   = "LOGOUT";</a:t>
            </a:r>
          </a:p>
          <a:p>
            <a:pPr algn="just">
              <a:lnSpc>
                <a:spcPct val="130000"/>
              </a:lnSpc>
              <a:spcAft>
                <a:spcPts val="600"/>
              </a:spcAft>
            </a:pPr>
            <a:r>
              <a:rPr lang="en-US" altLang="zh-CN" b="1" dirty="0">
                <a:latin typeface="JetBrains Mono"/>
              </a:rPr>
              <a:t>public static final String PRIVATE  = "PRIVATE";</a:t>
            </a:r>
          </a:p>
          <a:p>
            <a:pPr algn="just">
              <a:lnSpc>
                <a:spcPct val="130000"/>
              </a:lnSpc>
              <a:spcAft>
                <a:spcPts val="600"/>
              </a:spcAft>
            </a:pPr>
            <a:r>
              <a:rPr lang="en-US" altLang="zh-CN" b="1" dirty="0">
                <a:latin typeface="JetBrains Mono"/>
              </a:rPr>
              <a:t>public static final String BROADCAST = "BROADCAST";</a:t>
            </a:r>
          </a:p>
          <a:p>
            <a:pPr algn="just">
              <a:lnSpc>
                <a:spcPct val="130000"/>
              </a:lnSpc>
              <a:spcAft>
                <a:spcPts val="600"/>
              </a:spcAft>
            </a:pPr>
            <a:r>
              <a:rPr lang="en-US" altLang="zh-CN" b="1" dirty="0">
                <a:latin typeface="JetBrains Mono"/>
              </a:rPr>
              <a:t>public static final String SUCCESS  = "SUCCESS";</a:t>
            </a:r>
          </a:p>
          <a:p>
            <a:pPr algn="just">
              <a:lnSpc>
                <a:spcPct val="130000"/>
              </a:lnSpc>
              <a:spcAft>
                <a:spcPts val="600"/>
              </a:spcAft>
            </a:pPr>
            <a:r>
              <a:rPr lang="en-US" altLang="zh-CN" b="1" dirty="0">
                <a:latin typeface="JetBrains Mono"/>
              </a:rPr>
              <a:t>public static final String FAIL     = "FAIL";</a:t>
            </a:r>
            <a:endParaRPr kumimoji="1" lang="zh-CN" alt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A6136F71-69E4-0A44-86BB-1D84A0ADAE1C}"/>
              </a:ext>
            </a:extLst>
          </p:cNvPr>
          <p:cNvSpPr txBox="1"/>
          <p:nvPr/>
        </p:nvSpPr>
        <p:spPr>
          <a:xfrm>
            <a:off x="736599" y="1560436"/>
            <a:ext cx="4064001" cy="5355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90000"/>
              </a:lnSpc>
              <a:spcBef>
                <a:spcPts val="1000"/>
              </a:spcBef>
            </a:pPr>
            <a:r>
              <a:rPr lang="en-US" altLang="zh-CN" sz="3200" b="1" dirty="0">
                <a:solidFill>
                  <a:srgbClr val="8D0A43"/>
                </a:solidFill>
                <a:latin typeface="+mj-lt"/>
                <a:ea typeface="+mj-ea"/>
                <a:cs typeface="+mj-cs"/>
              </a:rPr>
              <a:t>Design our protocol:</a:t>
            </a:r>
            <a:endParaRPr lang="zh-CN" altLang="en-US" sz="3200" b="1" dirty="0">
              <a:solidFill>
                <a:srgbClr val="8D0A43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55695B43-CE99-02B8-BF44-A4E70DC669BB}"/>
              </a:ext>
            </a:extLst>
          </p:cNvPr>
          <p:cNvSpPr/>
          <p:nvPr/>
        </p:nvSpPr>
        <p:spPr>
          <a:xfrm>
            <a:off x="736599" y="2638697"/>
            <a:ext cx="5359401" cy="3174176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0000" tIns="180000" rIns="180000" bIns="180000" numCol="1" spcCol="0" rtlCol="0" fromWordArt="0" anchor="t" anchorCtr="0" forceAA="0" compatLnSpc="1">
            <a:prstTxWarp prst="textNoShape">
              <a:avLst/>
            </a:prstTxWarp>
            <a:normAutofit/>
          </a:bodyPr>
          <a:lstStyle/>
          <a:p>
            <a:pPr algn="l">
              <a:lnSpc>
                <a:spcPct val="130000"/>
              </a:lnSpc>
            </a:pPr>
            <a:endParaRPr kumimoji="1" lang="zh-CN" altLang="en-US" sz="2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23162088"/>
      </p:ext>
    </p:extLst>
  </p:cSld>
  <p:clrMapOvr>
    <a:masterClrMapping/>
  </p:clrMapOvr>
  <p:transition spd="med">
    <p:pull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C2AC9F-AA27-3DA8-C92A-2BB71DAC00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文本框 10">
            <a:extLst>
              <a:ext uri="{FF2B5EF4-FFF2-40B4-BE49-F238E27FC236}">
                <a16:creationId xmlns:a16="http://schemas.microsoft.com/office/drawing/2014/main" id="{A360650A-258E-A3A0-A3F1-CA66CA24EBA3}"/>
              </a:ext>
            </a:extLst>
          </p:cNvPr>
          <p:cNvSpPr txBox="1"/>
          <p:nvPr/>
        </p:nvSpPr>
        <p:spPr>
          <a:xfrm>
            <a:off x="797559" y="3046586"/>
            <a:ext cx="5185230" cy="2879717"/>
          </a:xfrm>
          <a:prstGeom prst="rect">
            <a:avLst/>
          </a:prstGeom>
          <a:noFill/>
        </p:spPr>
        <p:txBody>
          <a:bodyPr wrap="square" lIns="180000" tIns="180000" rIns="180000" bIns="180000" rtlCol="0">
            <a:spAutoFit/>
          </a:bodyPr>
          <a:lstStyle/>
          <a:p>
            <a:pPr algn="just">
              <a:lnSpc>
                <a:spcPct val="130000"/>
              </a:lnSpc>
              <a:spcAft>
                <a:spcPts val="600"/>
              </a:spcAft>
            </a:pPr>
            <a:r>
              <a:rPr lang="en-US" altLang="zh-CN" b="1" dirty="0">
                <a:latin typeface="JetBrains Mono"/>
              </a:rPr>
              <a:t>private final String type;</a:t>
            </a:r>
          </a:p>
          <a:p>
            <a:pPr algn="just">
              <a:lnSpc>
                <a:spcPct val="130000"/>
              </a:lnSpc>
              <a:spcAft>
                <a:spcPts val="600"/>
              </a:spcAft>
            </a:pPr>
            <a:r>
              <a:rPr lang="en-US" altLang="zh-CN" b="1" dirty="0">
                <a:latin typeface="JetBrains Mono"/>
              </a:rPr>
              <a:t>private final String sender;</a:t>
            </a:r>
          </a:p>
          <a:p>
            <a:pPr algn="just">
              <a:lnSpc>
                <a:spcPct val="130000"/>
              </a:lnSpc>
              <a:spcAft>
                <a:spcPts val="600"/>
              </a:spcAft>
            </a:pPr>
            <a:r>
              <a:rPr lang="en-US" altLang="zh-CN" b="1" dirty="0">
                <a:latin typeface="JetBrains Mono"/>
              </a:rPr>
              <a:t>private final String receiver;</a:t>
            </a:r>
          </a:p>
          <a:p>
            <a:pPr algn="just">
              <a:lnSpc>
                <a:spcPct val="130000"/>
              </a:lnSpc>
              <a:spcAft>
                <a:spcPts val="600"/>
              </a:spcAft>
            </a:pPr>
            <a:r>
              <a:rPr lang="en-US" altLang="zh-CN" b="1" dirty="0">
                <a:latin typeface="JetBrains Mono"/>
              </a:rPr>
              <a:t>private final String content;</a:t>
            </a:r>
          </a:p>
          <a:p>
            <a:pPr algn="just">
              <a:lnSpc>
                <a:spcPct val="130000"/>
              </a:lnSpc>
              <a:spcAft>
                <a:spcPts val="600"/>
              </a:spcAft>
            </a:pPr>
            <a:r>
              <a:rPr lang="en-US" altLang="zh-CN" b="1" dirty="0">
                <a:solidFill>
                  <a:srgbClr val="00B050"/>
                </a:solidFill>
                <a:latin typeface="JetBrains Mono"/>
              </a:rPr>
              <a:t>public static Message decode (String line) {}</a:t>
            </a:r>
          </a:p>
          <a:p>
            <a:pPr algn="just">
              <a:lnSpc>
                <a:spcPct val="130000"/>
              </a:lnSpc>
              <a:spcAft>
                <a:spcPts val="600"/>
              </a:spcAft>
            </a:pPr>
            <a:r>
              <a:rPr lang="en-US" altLang="zh-CN" b="1" dirty="0">
                <a:solidFill>
                  <a:srgbClr val="00B050"/>
                </a:solidFill>
                <a:latin typeface="JetBrains Mono"/>
              </a:rPr>
              <a:t>public String encode () {} </a:t>
            </a:r>
            <a:endParaRPr lang="zh-CN" altLang="en-US" b="1" dirty="0">
              <a:solidFill>
                <a:srgbClr val="00B050"/>
              </a:solidFill>
              <a:latin typeface="JetBrains Mono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3E9F9A3-7672-3828-ACE2-DF4B81993F5B}"/>
              </a:ext>
            </a:extLst>
          </p:cNvPr>
          <p:cNvSpPr txBox="1"/>
          <p:nvPr/>
        </p:nvSpPr>
        <p:spPr>
          <a:xfrm>
            <a:off x="736599" y="1560436"/>
            <a:ext cx="4810761" cy="5355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n-US" altLang="zh-CN" sz="3200" b="1" dirty="0">
                <a:solidFill>
                  <a:srgbClr val="8D0A43"/>
                </a:solidFill>
                <a:latin typeface="+mj-lt"/>
                <a:ea typeface="+mj-ea"/>
                <a:cs typeface="+mj-cs"/>
              </a:rPr>
              <a:t>Design our message:</a:t>
            </a:r>
            <a:endParaRPr lang="zh-CN" altLang="en-US" sz="3200" b="1" dirty="0">
              <a:solidFill>
                <a:srgbClr val="8D0A43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E7A334BA-3B7F-BFEA-597D-A759F60A68B6}"/>
              </a:ext>
            </a:extLst>
          </p:cNvPr>
          <p:cNvSpPr/>
          <p:nvPr/>
        </p:nvSpPr>
        <p:spPr>
          <a:xfrm>
            <a:off x="797559" y="3189170"/>
            <a:ext cx="5359401" cy="2737133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0000" tIns="180000" rIns="180000" bIns="180000" numCol="1" spcCol="0" rtlCol="0" fromWordArt="0" anchor="t" anchorCtr="0" forceAA="0" compatLnSpc="1">
            <a:prstTxWarp prst="textNoShape">
              <a:avLst/>
            </a:prstTxWarp>
            <a:normAutofit/>
          </a:bodyPr>
          <a:lstStyle/>
          <a:p>
            <a:pPr algn="l">
              <a:lnSpc>
                <a:spcPct val="130000"/>
              </a:lnSpc>
            </a:pPr>
            <a:endParaRPr kumimoji="1" lang="zh-CN" altLang="en-US" sz="2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graphicFrame>
        <p:nvGraphicFramePr>
          <p:cNvPr id="19" name="表格 18">
            <a:extLst>
              <a:ext uri="{FF2B5EF4-FFF2-40B4-BE49-F238E27FC236}">
                <a16:creationId xmlns:a16="http://schemas.microsoft.com/office/drawing/2014/main" id="{677906DF-EAFF-0F91-14C3-ABE2274D5DE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84338829"/>
              </p:ext>
            </p:extLst>
          </p:nvPr>
        </p:nvGraphicFramePr>
        <p:xfrm>
          <a:off x="736599" y="2385856"/>
          <a:ext cx="8128001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61143">
                  <a:extLst>
                    <a:ext uri="{9D8B030D-6E8A-4147-A177-3AD203B41FA5}">
                      <a16:colId xmlns:a16="http://schemas.microsoft.com/office/drawing/2014/main" val="1749910358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2928808744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3240931867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3500277480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3508309048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3246671387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2159335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type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|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sender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|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receiver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|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content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0572618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25411396"/>
      </p:ext>
    </p:extLst>
  </p:cSld>
  <p:clrMapOvr>
    <a:masterClrMapping/>
  </p:clrMapOvr>
  <p:transition spd="med">
    <p:pull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D3774B-4CC1-7DA7-F25A-4A884A04CB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文本框 12">
            <a:extLst>
              <a:ext uri="{FF2B5EF4-FFF2-40B4-BE49-F238E27FC236}">
                <a16:creationId xmlns:a16="http://schemas.microsoft.com/office/drawing/2014/main" id="{5A76BC41-6B26-8665-D5AA-47BD27E459AF}"/>
              </a:ext>
            </a:extLst>
          </p:cNvPr>
          <p:cNvSpPr txBox="1"/>
          <p:nvPr/>
        </p:nvSpPr>
        <p:spPr>
          <a:xfrm>
            <a:off x="736599" y="1560436"/>
            <a:ext cx="4810761" cy="5355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n-US" altLang="zh-CN" sz="3200" b="1" dirty="0">
                <a:solidFill>
                  <a:srgbClr val="8D0A43"/>
                </a:solidFill>
                <a:latin typeface="+mj-lt"/>
                <a:ea typeface="+mj-ea"/>
                <a:cs typeface="+mj-cs"/>
              </a:rPr>
              <a:t>Type of message:</a:t>
            </a:r>
            <a:endParaRPr lang="zh-CN" altLang="en-US" sz="3200" b="1" dirty="0">
              <a:solidFill>
                <a:srgbClr val="8D0A43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0C6DF50C-C69B-3831-9818-8A7663F51DD0}"/>
              </a:ext>
            </a:extLst>
          </p:cNvPr>
          <p:cNvSpPr/>
          <p:nvPr/>
        </p:nvSpPr>
        <p:spPr>
          <a:xfrm>
            <a:off x="948266" y="2642767"/>
            <a:ext cx="1691640" cy="941334"/>
          </a:xfrm>
          <a:prstGeom prst="ellipse">
            <a:avLst/>
          </a:prstGeom>
          <a:solidFill>
            <a:srgbClr val="FFFF00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0000" tIns="180000" rIns="180000" bIns="180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>
              <a:lnSpc>
                <a:spcPct val="130000"/>
              </a:lnSpc>
            </a:pPr>
            <a:r>
              <a:rPr kumimoji="1" lang="en-US" altLang="zh-CN" sz="20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LOGIN</a:t>
            </a:r>
            <a:endParaRPr kumimoji="1" lang="zh-CN" altLang="en-US" sz="20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7757E5B3-F6C1-D519-D015-6A22B8FE5C1B}"/>
              </a:ext>
            </a:extLst>
          </p:cNvPr>
          <p:cNvSpPr/>
          <p:nvPr/>
        </p:nvSpPr>
        <p:spPr>
          <a:xfrm>
            <a:off x="1159932" y="4672798"/>
            <a:ext cx="2387599" cy="1249532"/>
          </a:xfrm>
          <a:prstGeom prst="ellipse">
            <a:avLst/>
          </a:prstGeom>
          <a:solidFill>
            <a:srgbClr val="00B0F0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0000" tIns="180000" rIns="180000" bIns="180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just">
              <a:lnSpc>
                <a:spcPct val="130000"/>
              </a:lnSpc>
              <a:spcAft>
                <a:spcPts val="600"/>
              </a:spcAft>
            </a:pPr>
            <a:r>
              <a:rPr kumimoji="1" lang="en-US" altLang="zh-CN" sz="20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REGISTER</a:t>
            </a:r>
            <a:endParaRPr kumimoji="1" lang="zh-CN" altLang="en-US" sz="20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9A8298E0-4B3C-33E5-30EB-9A68116E7D08}"/>
              </a:ext>
            </a:extLst>
          </p:cNvPr>
          <p:cNvSpPr/>
          <p:nvPr/>
        </p:nvSpPr>
        <p:spPr>
          <a:xfrm>
            <a:off x="3285067" y="2878666"/>
            <a:ext cx="2108200" cy="1144534"/>
          </a:xfrm>
          <a:prstGeom prst="ellipse">
            <a:avLst/>
          </a:prstGeom>
          <a:solidFill>
            <a:srgbClr val="FFFF00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0000" tIns="180000" rIns="180000" bIns="180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>
              <a:lnSpc>
                <a:spcPct val="130000"/>
              </a:lnSpc>
            </a:pPr>
            <a:r>
              <a:rPr kumimoji="1" lang="en-US" altLang="zh-CN" sz="20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LOGOUT</a:t>
            </a:r>
            <a:endParaRPr kumimoji="1" lang="zh-CN" altLang="en-US" sz="20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8" name="椭圆 7">
            <a:extLst>
              <a:ext uri="{FF2B5EF4-FFF2-40B4-BE49-F238E27FC236}">
                <a16:creationId xmlns:a16="http://schemas.microsoft.com/office/drawing/2014/main" id="{3C6771A9-977E-BCCA-C0AA-3C928B3717E8}"/>
              </a:ext>
            </a:extLst>
          </p:cNvPr>
          <p:cNvSpPr/>
          <p:nvPr/>
        </p:nvSpPr>
        <p:spPr>
          <a:xfrm>
            <a:off x="4997027" y="4194431"/>
            <a:ext cx="2040465" cy="956734"/>
          </a:xfrm>
          <a:prstGeom prst="ellipse">
            <a:avLst/>
          </a:prstGeom>
          <a:solidFill>
            <a:srgbClr val="FFC000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0000" tIns="180000" rIns="180000" bIns="180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>
              <a:lnSpc>
                <a:spcPct val="130000"/>
              </a:lnSpc>
            </a:pPr>
            <a:r>
              <a:rPr kumimoji="1" lang="en-US" altLang="zh-CN" sz="20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PRIVATE</a:t>
            </a:r>
            <a:endParaRPr kumimoji="1" lang="zh-CN" altLang="en-US" sz="20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0" name="椭圆 9">
            <a:extLst>
              <a:ext uri="{FF2B5EF4-FFF2-40B4-BE49-F238E27FC236}">
                <a16:creationId xmlns:a16="http://schemas.microsoft.com/office/drawing/2014/main" id="{CD9A36D1-DB9C-255A-61E2-C286AD780EC6}"/>
              </a:ext>
            </a:extLst>
          </p:cNvPr>
          <p:cNvSpPr/>
          <p:nvPr/>
        </p:nvSpPr>
        <p:spPr>
          <a:xfrm>
            <a:off x="6798734" y="2878666"/>
            <a:ext cx="2827865" cy="1057531"/>
          </a:xfrm>
          <a:prstGeom prst="ellipse">
            <a:avLst/>
          </a:prstGeom>
          <a:solidFill>
            <a:srgbClr val="FFC000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0000" tIns="180000" rIns="180000" bIns="180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>
              <a:lnSpc>
                <a:spcPct val="130000"/>
              </a:lnSpc>
            </a:pPr>
            <a:r>
              <a:rPr kumimoji="1" lang="en-US" altLang="zh-CN" sz="20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BROADCAST</a:t>
            </a:r>
            <a:endParaRPr kumimoji="1" lang="zh-CN" altLang="en-US" sz="20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6" name="椭圆 15">
            <a:extLst>
              <a:ext uri="{FF2B5EF4-FFF2-40B4-BE49-F238E27FC236}">
                <a16:creationId xmlns:a16="http://schemas.microsoft.com/office/drawing/2014/main" id="{503E33B3-FB7C-C69F-5F5C-F25B10C8631F}"/>
              </a:ext>
            </a:extLst>
          </p:cNvPr>
          <p:cNvSpPr/>
          <p:nvPr/>
        </p:nvSpPr>
        <p:spPr>
          <a:xfrm>
            <a:off x="10027497" y="3936197"/>
            <a:ext cx="1326303" cy="1049867"/>
          </a:xfrm>
          <a:prstGeom prst="ellipse">
            <a:avLst/>
          </a:prstGeom>
          <a:solidFill>
            <a:srgbClr val="92D050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0000" tIns="180000" rIns="180000" bIns="180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>
              <a:lnSpc>
                <a:spcPct val="130000"/>
              </a:lnSpc>
            </a:pPr>
            <a:r>
              <a:rPr kumimoji="1" lang="en-US" altLang="zh-CN" sz="20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FILE</a:t>
            </a:r>
            <a:endParaRPr kumimoji="1" lang="zh-CN" altLang="en-US" sz="20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8" name="椭圆 17">
            <a:extLst>
              <a:ext uri="{FF2B5EF4-FFF2-40B4-BE49-F238E27FC236}">
                <a16:creationId xmlns:a16="http://schemas.microsoft.com/office/drawing/2014/main" id="{305B245B-5886-F545-4617-296308E27C88}"/>
              </a:ext>
            </a:extLst>
          </p:cNvPr>
          <p:cNvSpPr/>
          <p:nvPr/>
        </p:nvSpPr>
        <p:spPr>
          <a:xfrm>
            <a:off x="7408333" y="5297564"/>
            <a:ext cx="3378200" cy="1049867"/>
          </a:xfrm>
          <a:prstGeom prst="ellipse">
            <a:avLst/>
          </a:prstGeom>
          <a:solidFill>
            <a:srgbClr val="92D050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0000" tIns="180000" rIns="180000" bIns="180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>
              <a:lnSpc>
                <a:spcPct val="130000"/>
              </a:lnSpc>
            </a:pPr>
            <a:r>
              <a:rPr kumimoji="1" lang="en-US" altLang="zh-CN" sz="20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FILE_UPLOAD</a:t>
            </a:r>
            <a:endParaRPr kumimoji="1" lang="zh-CN" altLang="en-US" sz="20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04334634"/>
      </p:ext>
    </p:extLst>
  </p:cSld>
  <p:clrMapOvr>
    <a:masterClrMapping/>
  </p:clrMapOvr>
  <p:transition spd="med">
    <p:pull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567779-C1AD-2144-F3B1-7F057F3FC0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文本框 12">
            <a:extLst>
              <a:ext uri="{FF2B5EF4-FFF2-40B4-BE49-F238E27FC236}">
                <a16:creationId xmlns:a16="http://schemas.microsoft.com/office/drawing/2014/main" id="{422336F9-CD26-A92A-5745-E84F56454A69}"/>
              </a:ext>
            </a:extLst>
          </p:cNvPr>
          <p:cNvSpPr txBox="1"/>
          <p:nvPr/>
        </p:nvSpPr>
        <p:spPr>
          <a:xfrm>
            <a:off x="736599" y="1560436"/>
            <a:ext cx="4810761" cy="5355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n-US" altLang="zh-CN" sz="3200" b="1" dirty="0">
                <a:solidFill>
                  <a:srgbClr val="8D0A43"/>
                </a:solidFill>
                <a:latin typeface="+mj-lt"/>
                <a:ea typeface="+mj-ea"/>
                <a:cs typeface="+mj-cs"/>
              </a:rPr>
              <a:t>Admin commands:</a:t>
            </a:r>
            <a:endParaRPr lang="zh-CN" altLang="en-US" sz="3200" b="1" dirty="0">
              <a:solidFill>
                <a:srgbClr val="8D0A43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1F30B1DD-91C5-94E9-3245-9FB0B85B84C3}"/>
              </a:ext>
            </a:extLst>
          </p:cNvPr>
          <p:cNvSpPr/>
          <p:nvPr/>
        </p:nvSpPr>
        <p:spPr>
          <a:xfrm>
            <a:off x="948266" y="2745565"/>
            <a:ext cx="1354667" cy="1072902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0000" tIns="180000" rIns="180000" bIns="180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>
              <a:lnSpc>
                <a:spcPct val="130000"/>
              </a:lnSpc>
            </a:pPr>
            <a:r>
              <a:rPr kumimoji="1" lang="en-US" altLang="zh-CN" sz="20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/help</a:t>
            </a:r>
            <a:endParaRPr kumimoji="1" lang="zh-CN" altLang="en-US" sz="20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53035477-FEC6-DFEE-AE4C-8681ECA93754}"/>
              </a:ext>
            </a:extLst>
          </p:cNvPr>
          <p:cNvSpPr/>
          <p:nvPr/>
        </p:nvSpPr>
        <p:spPr>
          <a:xfrm>
            <a:off x="1159932" y="4672798"/>
            <a:ext cx="2311401" cy="956734"/>
          </a:xfrm>
          <a:prstGeom prst="ellipse">
            <a:avLst/>
          </a:prstGeom>
          <a:solidFill>
            <a:srgbClr val="FFFF00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0000" tIns="180000" rIns="180000" bIns="180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just">
              <a:lnSpc>
                <a:spcPct val="130000"/>
              </a:lnSpc>
              <a:spcAft>
                <a:spcPts val="600"/>
              </a:spcAft>
            </a:pPr>
            <a:r>
              <a:rPr kumimoji="1" lang="en-US" altLang="zh-CN" sz="20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/download</a:t>
            </a:r>
            <a:endParaRPr kumimoji="1" lang="zh-CN" altLang="en-US" sz="20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A37AA323-99DC-0B04-F9A6-B3BFC80D8EB2}"/>
              </a:ext>
            </a:extLst>
          </p:cNvPr>
          <p:cNvSpPr/>
          <p:nvPr/>
        </p:nvSpPr>
        <p:spPr>
          <a:xfrm>
            <a:off x="4751493" y="4796258"/>
            <a:ext cx="1227667" cy="965882"/>
          </a:xfrm>
          <a:prstGeom prst="ellipse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0000" tIns="180000" rIns="180000" bIns="180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>
              <a:lnSpc>
                <a:spcPct val="130000"/>
              </a:lnSpc>
            </a:pPr>
            <a:r>
              <a:rPr kumimoji="1" lang="en-US" altLang="zh-CN" sz="20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/tell</a:t>
            </a:r>
            <a:endParaRPr kumimoji="1" lang="zh-CN" altLang="en-US" sz="20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8" name="椭圆 7">
            <a:extLst>
              <a:ext uri="{FF2B5EF4-FFF2-40B4-BE49-F238E27FC236}">
                <a16:creationId xmlns:a16="http://schemas.microsoft.com/office/drawing/2014/main" id="{D937B501-B8E4-91BF-81E5-33D36245165C}"/>
              </a:ext>
            </a:extLst>
          </p:cNvPr>
          <p:cNvSpPr/>
          <p:nvPr/>
        </p:nvSpPr>
        <p:spPr>
          <a:xfrm>
            <a:off x="7840983" y="2583827"/>
            <a:ext cx="1289472" cy="867498"/>
          </a:xfrm>
          <a:prstGeom prst="ellipse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0000" tIns="180000" rIns="180000" bIns="180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>
              <a:lnSpc>
                <a:spcPct val="130000"/>
              </a:lnSpc>
            </a:pPr>
            <a:r>
              <a:rPr kumimoji="1" lang="en-US" altLang="zh-CN" sz="20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/ban</a:t>
            </a:r>
            <a:endParaRPr kumimoji="1" lang="zh-CN" altLang="en-US" sz="20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0" name="椭圆 9">
            <a:extLst>
              <a:ext uri="{FF2B5EF4-FFF2-40B4-BE49-F238E27FC236}">
                <a16:creationId xmlns:a16="http://schemas.microsoft.com/office/drawing/2014/main" id="{87ACDE68-F39F-BEE6-A749-942E10F96FB3}"/>
              </a:ext>
            </a:extLst>
          </p:cNvPr>
          <p:cNvSpPr/>
          <p:nvPr/>
        </p:nvSpPr>
        <p:spPr>
          <a:xfrm>
            <a:off x="9431021" y="3982538"/>
            <a:ext cx="1831341" cy="813720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0000" tIns="180000" rIns="180000" bIns="180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>
              <a:lnSpc>
                <a:spcPct val="130000"/>
              </a:lnSpc>
            </a:pPr>
            <a:r>
              <a:rPr kumimoji="1" lang="en-US" altLang="zh-CN" sz="20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/unban</a:t>
            </a:r>
            <a:endParaRPr kumimoji="1" lang="zh-CN" altLang="en-US" sz="20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637313FD-5870-C710-5E65-39E7DBEF5699}"/>
              </a:ext>
            </a:extLst>
          </p:cNvPr>
          <p:cNvSpPr/>
          <p:nvPr/>
        </p:nvSpPr>
        <p:spPr>
          <a:xfrm>
            <a:off x="3418835" y="3382159"/>
            <a:ext cx="1227667" cy="872615"/>
          </a:xfrm>
          <a:prstGeom prst="ellipse">
            <a:avLst/>
          </a:prstGeom>
          <a:solidFill>
            <a:schemeClr val="tx2">
              <a:lumMod val="40000"/>
              <a:lumOff val="60000"/>
            </a:schemeClr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0000" tIns="180000" rIns="180000" bIns="180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>
              <a:lnSpc>
                <a:spcPct val="130000"/>
              </a:lnSpc>
            </a:pPr>
            <a:r>
              <a:rPr kumimoji="1" lang="en-US" altLang="zh-CN" sz="20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/list</a:t>
            </a:r>
            <a:endParaRPr kumimoji="1" lang="zh-CN" altLang="en-US" sz="20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椭圆 8">
            <a:extLst>
              <a:ext uri="{FF2B5EF4-FFF2-40B4-BE49-F238E27FC236}">
                <a16:creationId xmlns:a16="http://schemas.microsoft.com/office/drawing/2014/main" id="{77CD68A1-0AB4-642F-2BC3-742D6985DBD1}"/>
              </a:ext>
            </a:extLst>
          </p:cNvPr>
          <p:cNvSpPr/>
          <p:nvPr/>
        </p:nvSpPr>
        <p:spPr>
          <a:xfrm>
            <a:off x="6283536" y="3805300"/>
            <a:ext cx="1422400" cy="867498"/>
          </a:xfrm>
          <a:prstGeom prst="ellipse">
            <a:avLst/>
          </a:prstGeom>
          <a:solidFill>
            <a:srgbClr val="92D050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0000" tIns="180000" rIns="180000" bIns="180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>
              <a:lnSpc>
                <a:spcPct val="130000"/>
              </a:lnSpc>
            </a:pPr>
            <a:r>
              <a:rPr kumimoji="1" lang="en-US" altLang="zh-CN" sz="20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/kick</a:t>
            </a:r>
            <a:endParaRPr kumimoji="1" lang="zh-CN" altLang="en-US" sz="20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EBC8C9FD-8537-C307-37C3-E38A4C1F10C1}"/>
              </a:ext>
            </a:extLst>
          </p:cNvPr>
          <p:cNvSpPr/>
          <p:nvPr/>
        </p:nvSpPr>
        <p:spPr>
          <a:xfrm>
            <a:off x="8352367" y="5629532"/>
            <a:ext cx="2377440" cy="867498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0000" tIns="180000" rIns="180000" bIns="180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>
              <a:lnSpc>
                <a:spcPct val="130000"/>
              </a:lnSpc>
            </a:pPr>
            <a:r>
              <a:rPr kumimoji="1" lang="en-US" altLang="zh-CN" sz="20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/shutdown</a:t>
            </a:r>
            <a:endParaRPr kumimoji="1" lang="zh-CN" altLang="en-US" sz="20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E34523D7-3553-C76D-B4D6-BF697D24D634}"/>
              </a:ext>
            </a:extLst>
          </p:cNvPr>
          <p:cNvSpPr txBox="1"/>
          <p:nvPr/>
        </p:nvSpPr>
        <p:spPr>
          <a:xfrm>
            <a:off x="7076442" y="580363"/>
            <a:ext cx="4929291" cy="1560253"/>
          </a:xfrm>
          <a:prstGeom prst="rect">
            <a:avLst/>
          </a:prstGeom>
          <a:noFill/>
        </p:spPr>
        <p:txBody>
          <a:bodyPr wrap="square" lIns="180000" tIns="180000" rIns="180000" bIns="180000" rtlCol="0">
            <a:spAutoFit/>
          </a:bodyPr>
          <a:lstStyle/>
          <a:p>
            <a:pPr algn="just">
              <a:lnSpc>
                <a:spcPct val="130000"/>
              </a:lnSpc>
              <a:spcAft>
                <a:spcPts val="600"/>
              </a:spcAft>
            </a:pPr>
            <a:r>
              <a:rPr kumimoji="1" lang="en-US" altLang="zh-CN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Administrator’s account and password:</a:t>
            </a:r>
          </a:p>
          <a:p>
            <a:pPr algn="just">
              <a:lnSpc>
                <a:spcPct val="130000"/>
              </a:lnSpc>
              <a:spcAft>
                <a:spcPts val="600"/>
              </a:spcAft>
            </a:pPr>
            <a:r>
              <a:rPr kumimoji="1" lang="en-US" altLang="zh-CN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admin</a:t>
            </a:r>
          </a:p>
          <a:p>
            <a:pPr algn="just">
              <a:lnSpc>
                <a:spcPct val="130000"/>
              </a:lnSpc>
              <a:spcAft>
                <a:spcPts val="600"/>
              </a:spcAft>
            </a:pPr>
            <a:r>
              <a:rPr kumimoji="1" lang="en-US" altLang="zh-CN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123456</a:t>
            </a:r>
            <a:endParaRPr kumimoji="1" lang="zh-CN" altLang="en-US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E5A4A137-B85C-140C-390C-BF81AF4EA542}"/>
              </a:ext>
            </a:extLst>
          </p:cNvPr>
          <p:cNvSpPr/>
          <p:nvPr/>
        </p:nvSpPr>
        <p:spPr>
          <a:xfrm>
            <a:off x="7076442" y="708672"/>
            <a:ext cx="4709158" cy="1317035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0000" tIns="180000" rIns="180000" bIns="180000" numCol="1" spcCol="0" rtlCol="0" fromWordArt="0" anchor="t" anchorCtr="0" forceAA="0" compatLnSpc="1">
            <a:prstTxWarp prst="textNoShape">
              <a:avLst/>
            </a:prstTxWarp>
            <a:normAutofit/>
          </a:bodyPr>
          <a:lstStyle/>
          <a:p>
            <a:pPr algn="l">
              <a:lnSpc>
                <a:spcPct val="130000"/>
              </a:lnSpc>
            </a:pPr>
            <a:endParaRPr kumimoji="1" lang="zh-CN" altLang="en-US" sz="2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85937822"/>
      </p:ext>
    </p:extLst>
  </p:cSld>
  <p:clrMapOvr>
    <a:masterClrMapping/>
  </p:clrMapOvr>
  <p:transition spd="med">
    <p:pull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: 单圆角 5">
            <a:extLst>
              <a:ext uri="{FF2B5EF4-FFF2-40B4-BE49-F238E27FC236}">
                <a16:creationId xmlns:a16="http://schemas.microsoft.com/office/drawing/2014/main" id="{38C3E265-B35C-FF8C-46ED-F151CB3495CF}"/>
              </a:ext>
            </a:extLst>
          </p:cNvPr>
          <p:cNvSpPr/>
          <p:nvPr/>
        </p:nvSpPr>
        <p:spPr>
          <a:xfrm>
            <a:off x="1339668" y="2707449"/>
            <a:ext cx="1879600" cy="762000"/>
          </a:xfrm>
          <a:prstGeom prst="round1Rect">
            <a:avLst/>
          </a:prstGeom>
          <a:solidFill>
            <a:srgbClr val="00B0F0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0000" tIns="180000" rIns="180000" bIns="180000" numCol="1" spcCol="0" rtlCol="0" fromWordArt="0" anchor="t" anchorCtr="0" forceAA="0" compatLnSpc="1">
            <a:prstTxWarp prst="textNoShape">
              <a:avLst/>
            </a:prstTxWarp>
            <a:normAutofit/>
          </a:bodyPr>
          <a:lstStyle/>
          <a:p>
            <a:pPr algn="l">
              <a:lnSpc>
                <a:spcPct val="130000"/>
              </a:lnSpc>
            </a:pPr>
            <a:endParaRPr kumimoji="1" lang="zh-CN" altLang="en-US" sz="2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646351EC-71CA-0909-7A8F-A90F60935B18}"/>
              </a:ext>
            </a:extLst>
          </p:cNvPr>
          <p:cNvSpPr txBox="1"/>
          <p:nvPr/>
        </p:nvSpPr>
        <p:spPr>
          <a:xfrm>
            <a:off x="1432802" y="2745365"/>
            <a:ext cx="1786466" cy="686168"/>
          </a:xfrm>
          <a:prstGeom prst="rect">
            <a:avLst/>
          </a:prstGeom>
          <a:noFill/>
        </p:spPr>
        <p:txBody>
          <a:bodyPr wrap="square" lIns="180000" tIns="180000" rIns="180000" bIns="180000" rtlCol="0">
            <a:spAutoFit/>
          </a:bodyPr>
          <a:lstStyle/>
          <a:p>
            <a:pPr algn="just">
              <a:lnSpc>
                <a:spcPct val="130000"/>
              </a:lnSpc>
              <a:spcAft>
                <a:spcPts val="600"/>
              </a:spcAft>
            </a:pPr>
            <a:r>
              <a:rPr kumimoji="1" lang="en-US" altLang="zh-CN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DNS TEST</a:t>
            </a:r>
            <a:endParaRPr kumimoji="1" lang="zh-CN" altLang="en-US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矩形: 单圆角 8">
            <a:extLst>
              <a:ext uri="{FF2B5EF4-FFF2-40B4-BE49-F238E27FC236}">
                <a16:creationId xmlns:a16="http://schemas.microsoft.com/office/drawing/2014/main" id="{B5A9EBF9-630A-E243-1CEF-29EE18490F76}"/>
              </a:ext>
            </a:extLst>
          </p:cNvPr>
          <p:cNvSpPr/>
          <p:nvPr/>
        </p:nvSpPr>
        <p:spPr>
          <a:xfrm>
            <a:off x="6807685" y="5534056"/>
            <a:ext cx="1879600" cy="762000"/>
          </a:xfrm>
          <a:prstGeom prst="round1Rect">
            <a:avLst/>
          </a:prstGeom>
          <a:solidFill>
            <a:srgbClr val="00B0F0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0000" tIns="180000" rIns="180000" bIns="180000" numCol="1" spcCol="0" rtlCol="0" fromWordArt="0" anchor="t" anchorCtr="0" forceAA="0" compatLnSpc="1">
            <a:prstTxWarp prst="textNoShape">
              <a:avLst/>
            </a:prstTxWarp>
            <a:normAutofit/>
          </a:bodyPr>
          <a:lstStyle/>
          <a:p>
            <a:pPr algn="l">
              <a:lnSpc>
                <a:spcPct val="130000"/>
              </a:lnSpc>
            </a:pPr>
            <a:endParaRPr kumimoji="1" lang="zh-CN" altLang="en-US" sz="2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F493C1AB-1D5F-A204-9563-D36D1F424DDC}"/>
              </a:ext>
            </a:extLst>
          </p:cNvPr>
          <p:cNvSpPr txBox="1"/>
          <p:nvPr/>
        </p:nvSpPr>
        <p:spPr>
          <a:xfrm>
            <a:off x="6900819" y="5571972"/>
            <a:ext cx="1786466" cy="686168"/>
          </a:xfrm>
          <a:prstGeom prst="rect">
            <a:avLst/>
          </a:prstGeom>
          <a:noFill/>
        </p:spPr>
        <p:txBody>
          <a:bodyPr wrap="square" lIns="180000" tIns="180000" rIns="180000" bIns="180000" rtlCol="0">
            <a:spAutoFit/>
          </a:bodyPr>
          <a:lstStyle/>
          <a:p>
            <a:pPr algn="just">
              <a:lnSpc>
                <a:spcPct val="130000"/>
              </a:lnSpc>
              <a:spcAft>
                <a:spcPts val="600"/>
              </a:spcAft>
            </a:pPr>
            <a:r>
              <a:rPr kumimoji="1" lang="en-US" altLang="zh-CN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IPv6  TEST</a:t>
            </a:r>
            <a:endParaRPr kumimoji="1" lang="zh-CN" altLang="en-US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5" name="矩形: 单圆角 14">
            <a:extLst>
              <a:ext uri="{FF2B5EF4-FFF2-40B4-BE49-F238E27FC236}">
                <a16:creationId xmlns:a16="http://schemas.microsoft.com/office/drawing/2014/main" id="{C11A235C-3285-33D2-FF9F-EF1A3CF743FA}"/>
              </a:ext>
            </a:extLst>
          </p:cNvPr>
          <p:cNvSpPr/>
          <p:nvPr/>
        </p:nvSpPr>
        <p:spPr>
          <a:xfrm>
            <a:off x="3650100" y="4155377"/>
            <a:ext cx="1879600" cy="762000"/>
          </a:xfrm>
          <a:prstGeom prst="round1Rect">
            <a:avLst/>
          </a:prstGeom>
          <a:solidFill>
            <a:srgbClr val="00B0F0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0000" tIns="180000" rIns="180000" bIns="180000" numCol="1" spcCol="0" rtlCol="0" fromWordArt="0" anchor="t" anchorCtr="0" forceAA="0" compatLnSpc="1">
            <a:prstTxWarp prst="textNoShape">
              <a:avLst/>
            </a:prstTxWarp>
            <a:normAutofit/>
          </a:bodyPr>
          <a:lstStyle/>
          <a:p>
            <a:pPr algn="l">
              <a:lnSpc>
                <a:spcPct val="130000"/>
              </a:lnSpc>
            </a:pPr>
            <a:endParaRPr kumimoji="1" lang="zh-CN" altLang="en-US" sz="2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2CC1FA3C-9B5F-E1BE-3304-33CF33DD51DB}"/>
              </a:ext>
            </a:extLst>
          </p:cNvPr>
          <p:cNvSpPr txBox="1"/>
          <p:nvPr/>
        </p:nvSpPr>
        <p:spPr>
          <a:xfrm>
            <a:off x="3743234" y="4193293"/>
            <a:ext cx="1786466" cy="686168"/>
          </a:xfrm>
          <a:prstGeom prst="rect">
            <a:avLst/>
          </a:prstGeom>
          <a:noFill/>
        </p:spPr>
        <p:txBody>
          <a:bodyPr wrap="square" lIns="180000" tIns="180000" rIns="180000" bIns="180000" rtlCol="0">
            <a:spAutoFit/>
          </a:bodyPr>
          <a:lstStyle/>
          <a:p>
            <a:pPr algn="just">
              <a:lnSpc>
                <a:spcPct val="130000"/>
              </a:lnSpc>
              <a:spcAft>
                <a:spcPts val="600"/>
              </a:spcAft>
            </a:pPr>
            <a:r>
              <a:rPr kumimoji="1" lang="en-US" altLang="zh-CN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IPv4  TEST</a:t>
            </a:r>
            <a:endParaRPr kumimoji="1" lang="zh-CN" altLang="en-US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976214EA-6254-3615-0A8C-8E004D3B5D07}"/>
              </a:ext>
            </a:extLst>
          </p:cNvPr>
          <p:cNvSpPr txBox="1"/>
          <p:nvPr/>
        </p:nvSpPr>
        <p:spPr>
          <a:xfrm>
            <a:off x="821266" y="1581784"/>
            <a:ext cx="6096000" cy="5355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n-US" altLang="zh-CN" sz="3200" b="1" dirty="0">
                <a:solidFill>
                  <a:srgbClr val="8D0A43"/>
                </a:solidFill>
                <a:latin typeface="+mj-lt"/>
                <a:ea typeface="+mj-ea"/>
                <a:cs typeface="+mj-cs"/>
              </a:rPr>
              <a:t>Support test:</a:t>
            </a:r>
            <a:endParaRPr lang="zh-CN" altLang="en-US" sz="3200" b="1" dirty="0">
              <a:solidFill>
                <a:srgbClr val="8D0A43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21" name="图片 20">
            <a:extLst>
              <a:ext uri="{FF2B5EF4-FFF2-40B4-BE49-F238E27FC236}">
                <a16:creationId xmlns:a16="http://schemas.microsoft.com/office/drawing/2014/main" id="{7C8580AC-BF66-9925-7255-557FC2EB9DC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81917" y="2083584"/>
            <a:ext cx="7403369" cy="1591461"/>
          </a:xfrm>
          <a:prstGeom prst="rect">
            <a:avLst/>
          </a:prstGeom>
        </p:spPr>
      </p:pic>
      <p:sp>
        <p:nvSpPr>
          <p:cNvPr id="22" name="矩形 21">
            <a:extLst>
              <a:ext uri="{FF2B5EF4-FFF2-40B4-BE49-F238E27FC236}">
                <a16:creationId xmlns:a16="http://schemas.microsoft.com/office/drawing/2014/main" id="{82ED121C-8FF5-6009-F93E-3DD7F7D28E70}"/>
              </a:ext>
            </a:extLst>
          </p:cNvPr>
          <p:cNvSpPr/>
          <p:nvPr/>
        </p:nvSpPr>
        <p:spPr>
          <a:xfrm>
            <a:off x="4581917" y="2393585"/>
            <a:ext cx="6966374" cy="762000"/>
          </a:xfrm>
          <a:prstGeom prst="rect">
            <a:avLst/>
          </a:prstGeom>
          <a:noFill/>
          <a:ln w="571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0000" tIns="180000" rIns="180000" bIns="180000" numCol="1" spcCol="0" rtlCol="0" fromWordArt="0" anchor="t" anchorCtr="0" forceAA="0" compatLnSpc="1">
            <a:prstTxWarp prst="textNoShape">
              <a:avLst/>
            </a:prstTxWarp>
            <a:normAutofit/>
          </a:bodyPr>
          <a:lstStyle/>
          <a:p>
            <a:pPr algn="l">
              <a:lnSpc>
                <a:spcPct val="130000"/>
              </a:lnSpc>
            </a:pPr>
            <a:endParaRPr kumimoji="1" lang="zh-CN" altLang="en-US" sz="2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527016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F2E94437-D076-40FE-B889-A20CD159C4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914377"/>
            <a:fld id="{71E3DDA8-6273-43B5-9B72-76C2E627503F}" type="slidenum">
              <a:rPr lang="zh-CN" altLang="en-US" smtClean="0">
                <a:solidFill>
                  <a:prstClr val="black">
                    <a:lumMod val="85000"/>
                    <a:lumOff val="15000"/>
                  </a:prstClr>
                </a:solidFill>
              </a:rPr>
              <a:pPr defTabSz="914377"/>
              <a:t>8</a:t>
            </a:fld>
            <a:endParaRPr lang="zh-CN" altLang="en-US" dirty="0">
              <a:solidFill>
                <a:prstClr val="black">
                  <a:lumMod val="85000"/>
                  <a:lumOff val="15000"/>
                </a:prstClr>
              </a:solidFill>
            </a:endParaRPr>
          </a:p>
        </p:txBody>
      </p:sp>
      <p:pic>
        <p:nvPicPr>
          <p:cNvPr id="5124" name="Picture 4" descr="最新！2021全球Top  1000计算机科学家h指数发布，中国53人上榜！Bengio总榜第二，韩家炜居华人首位..._Amusi（CVer）的博客-CSDN博客">
            <a:extLst>
              <a:ext uri="{FF2B5EF4-FFF2-40B4-BE49-F238E27FC236}">
                <a16:creationId xmlns:a16="http://schemas.microsoft.com/office/drawing/2014/main" id="{3A604AE7-3F0A-889B-9374-2B1935F126A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187027"/>
            <a:ext cx="12192000" cy="51883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4" name="直接连接符 3">
            <a:extLst>
              <a:ext uri="{FF2B5EF4-FFF2-40B4-BE49-F238E27FC236}">
                <a16:creationId xmlns:a16="http://schemas.microsoft.com/office/drawing/2014/main" id="{93F2C006-C1DF-95A6-3D74-67CA28FCC7D7}"/>
              </a:ext>
            </a:extLst>
          </p:cNvPr>
          <p:cNvCxnSpPr/>
          <p:nvPr/>
        </p:nvCxnSpPr>
        <p:spPr>
          <a:xfrm>
            <a:off x="330200" y="961328"/>
            <a:ext cx="370840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矩形 2">
            <a:extLst>
              <a:ext uri="{FF2B5EF4-FFF2-40B4-BE49-F238E27FC236}">
                <a16:creationId xmlns:a16="http://schemas.microsoft.com/office/drawing/2014/main" id="{E48A3A01-D5E3-3FBA-C005-4DDDDBDA29F3}"/>
              </a:ext>
            </a:extLst>
          </p:cNvPr>
          <p:cNvSpPr/>
          <p:nvPr/>
        </p:nvSpPr>
        <p:spPr>
          <a:xfrm>
            <a:off x="1" y="1187027"/>
            <a:ext cx="12191999" cy="5188370"/>
          </a:xfrm>
          <a:prstGeom prst="rect">
            <a:avLst/>
          </a:prstGeom>
          <a:solidFill>
            <a:schemeClr val="tx1">
              <a:lumMod val="65000"/>
              <a:lumOff val="3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 pitchFamily="34" charset="0"/>
              <a:ea typeface="Microsoft YaHei" panose="020B0503020204020204" pitchFamily="34" charset="-122"/>
              <a:cs typeface="+mn-cs"/>
              <a:sym typeface="Century Gothic" panose="020B0502020202020204" pitchFamily="34" charset="0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DF065366-2771-4E94-15A1-9CE9566650B2}"/>
              </a:ext>
            </a:extLst>
          </p:cNvPr>
          <p:cNvSpPr txBox="1"/>
          <p:nvPr/>
        </p:nvSpPr>
        <p:spPr>
          <a:xfrm>
            <a:off x="2120221" y="2222644"/>
            <a:ext cx="7951557" cy="32205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sz="7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Video Demonstration</a:t>
            </a:r>
            <a:endParaRPr lang="zh-CN" altLang="en-US" sz="72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7933FA10-5F56-C8AF-5120-4EB7CB1E5DC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0200" y="208457"/>
            <a:ext cx="1501270" cy="6172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10980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5094F5E1-76BD-8B81-8266-FE70E2901FB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84085" y="116064"/>
            <a:ext cx="7264916" cy="6625872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756483F3-F2DD-9883-39C8-B9C1988D8B27}"/>
              </a:ext>
            </a:extLst>
          </p:cNvPr>
          <p:cNvSpPr txBox="1"/>
          <p:nvPr/>
        </p:nvSpPr>
        <p:spPr>
          <a:xfrm>
            <a:off x="440266" y="1420335"/>
            <a:ext cx="2709334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Our chat system architecture follows a clear flow from client to server to storage.</a:t>
            </a:r>
            <a:endParaRPr lang="en-US" altLang="zh-CN" dirty="0"/>
          </a:p>
          <a:p>
            <a:endParaRPr lang="zh-CN" altLang="en-US" dirty="0"/>
          </a:p>
          <a:p>
            <a:r>
              <a:rPr lang="zh-CN" altLang="en-US" dirty="0"/>
              <a:t>On the client side, the GUI thread handles user input, the network receiver thread listens for incoming messages, and separate threads manage file downloads.</a:t>
            </a:r>
          </a:p>
        </p:txBody>
      </p:sp>
    </p:spTree>
    <p:extLst>
      <p:ext uri="{BB962C8B-B14F-4D97-AF65-F5344CB8AC3E}">
        <p14:creationId xmlns:p14="http://schemas.microsoft.com/office/powerpoint/2010/main" val="27169196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>
            <a:extLst>
              <a:ext uri="{FF2B5EF4-FFF2-40B4-BE49-F238E27FC236}">
                <a16:creationId xmlns:a16="http://schemas.microsoft.com/office/drawing/2014/main" id="{C31B54C6-690A-EB49-1691-D7229658FA2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81891" y="605245"/>
            <a:ext cx="9414747" cy="5865223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F5F87ACF-44ED-BC7B-7996-E8F6375C6340}"/>
              </a:ext>
            </a:extLst>
          </p:cNvPr>
          <p:cNvSpPr txBox="1"/>
          <p:nvPr/>
        </p:nvSpPr>
        <p:spPr>
          <a:xfrm>
            <a:off x="95362" y="1053868"/>
            <a:ext cx="6096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The client communicates with the server over a TCP connection using a text protocol: TYPE|sender|receiver|content.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0CA3A98E-C746-E448-A703-BCE29B77E260}"/>
              </a:ext>
            </a:extLst>
          </p:cNvPr>
          <p:cNvSpPr txBox="1"/>
          <p:nvPr/>
        </p:nvSpPr>
        <p:spPr>
          <a:xfrm>
            <a:off x="95362" y="3911599"/>
            <a:ext cx="381000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The server uses an NIO reactor: a single selector thread monitors all I/O events, while a business thread pool processes the actual work.</a:t>
            </a:r>
          </a:p>
        </p:txBody>
      </p:sp>
    </p:spTree>
    <p:extLst>
      <p:ext uri="{BB962C8B-B14F-4D97-AF65-F5344CB8AC3E}">
        <p14:creationId xmlns:p14="http://schemas.microsoft.com/office/powerpoint/2010/main" val="31429257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A083748F-CC59-F7CC-9B46-2E0C64A042F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869" y="1075266"/>
            <a:ext cx="12103131" cy="5219927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D5DBE0DE-0AA8-9DAF-7355-15329131BE46}"/>
              </a:ext>
            </a:extLst>
          </p:cNvPr>
          <p:cNvSpPr txBox="1"/>
          <p:nvPr/>
        </p:nvSpPr>
        <p:spPr>
          <a:xfrm>
            <a:off x="220133" y="1075266"/>
            <a:ext cx="4478867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The MessageRouter parses the type and routes it to the appropriate handler — login/register to UserManager, 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07479F90-1E09-D88C-B40B-78A64A27FF3F}"/>
              </a:ext>
            </a:extLst>
          </p:cNvPr>
          <p:cNvSpPr txBox="1"/>
          <p:nvPr/>
        </p:nvSpPr>
        <p:spPr>
          <a:xfrm>
            <a:off x="9745133" y="1524000"/>
            <a:ext cx="2226734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After processing, responses are enqueued and sent back through the selector.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F98DE41-E9D5-9CF1-F74C-1C90F0A3AA85}"/>
              </a:ext>
            </a:extLst>
          </p:cNvPr>
          <p:cNvSpPr txBox="1"/>
          <p:nvPr/>
        </p:nvSpPr>
        <p:spPr>
          <a:xfrm>
            <a:off x="5164667" y="5253335"/>
            <a:ext cx="612986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Two extension services run alongside: FileHttpServer serves downloaded files, and UDPBroadcastServer enables LAN discovery.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A3206281-7BEB-E33E-75DC-E7CF65C6E5A6}"/>
              </a:ext>
            </a:extLst>
          </p:cNvPr>
          <p:cNvSpPr txBox="1"/>
          <p:nvPr/>
        </p:nvSpPr>
        <p:spPr>
          <a:xfrm>
            <a:off x="2197100" y="4030470"/>
            <a:ext cx="4817533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broadcast/private to OnlineUserManager for delivery, file upload to disk storage, and admin commands to AdminCommandHandler.</a:t>
            </a:r>
          </a:p>
        </p:txBody>
      </p:sp>
    </p:spTree>
    <p:extLst>
      <p:ext uri="{BB962C8B-B14F-4D97-AF65-F5344CB8AC3E}">
        <p14:creationId xmlns:p14="http://schemas.microsoft.com/office/powerpoint/2010/main" val="21357496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75A30B-CC0C-EDE9-EB7F-6B6EC06A9C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文本框 18">
            <a:extLst>
              <a:ext uri="{FF2B5EF4-FFF2-40B4-BE49-F238E27FC236}">
                <a16:creationId xmlns:a16="http://schemas.microsoft.com/office/drawing/2014/main" id="{FA9DE38D-3B0D-1FEF-35D9-811A1D0D0D68}"/>
              </a:ext>
            </a:extLst>
          </p:cNvPr>
          <p:cNvSpPr txBox="1"/>
          <p:nvPr/>
        </p:nvSpPr>
        <p:spPr>
          <a:xfrm>
            <a:off x="1100666" y="2800985"/>
            <a:ext cx="6096000" cy="4801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n-US" altLang="zh-CN" sz="2800" b="1" dirty="0">
                <a:solidFill>
                  <a:srgbClr val="FF0000"/>
                </a:solidFill>
                <a:latin typeface="+mj-lt"/>
                <a:ea typeface="+mj-ea"/>
                <a:cs typeface="+mj-cs"/>
              </a:rPr>
              <a:t>logs</a:t>
            </a:r>
            <a:endParaRPr lang="zh-CN" altLang="en-US" b="1" dirty="0">
              <a:solidFill>
                <a:srgbClr val="8D0A43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2C1D4994-B97A-DB91-7BE8-F6A6DFF6A56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93373" y="1430867"/>
            <a:ext cx="8998554" cy="5181600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5CCC99B9-CF96-C0D5-8E49-446404F40F37}"/>
              </a:ext>
            </a:extLst>
          </p:cNvPr>
          <p:cNvSpPr/>
          <p:nvPr/>
        </p:nvSpPr>
        <p:spPr>
          <a:xfrm>
            <a:off x="3091783" y="2635615"/>
            <a:ext cx="2284549" cy="1005052"/>
          </a:xfrm>
          <a:prstGeom prst="rect">
            <a:avLst/>
          </a:prstGeom>
          <a:noFill/>
          <a:ln w="381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0000" tIns="180000" rIns="180000" bIns="180000" numCol="1" spcCol="0" rtlCol="0" fromWordArt="0" anchor="t" anchorCtr="0" forceAA="0" compatLnSpc="1">
            <a:prstTxWarp prst="textNoShape">
              <a:avLst/>
            </a:prstTxWarp>
            <a:normAutofit/>
          </a:bodyPr>
          <a:lstStyle/>
          <a:p>
            <a:pPr algn="l">
              <a:lnSpc>
                <a:spcPct val="130000"/>
              </a:lnSpc>
            </a:pPr>
            <a:endParaRPr kumimoji="1" lang="zh-CN" altLang="en-US" sz="2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8" name="箭头: 右 7">
            <a:extLst>
              <a:ext uri="{FF2B5EF4-FFF2-40B4-BE49-F238E27FC236}">
                <a16:creationId xmlns:a16="http://schemas.microsoft.com/office/drawing/2014/main" id="{6FEAF0BF-CB3A-5EFB-CCDE-8F9BF55D0855}"/>
              </a:ext>
            </a:extLst>
          </p:cNvPr>
          <p:cNvSpPr/>
          <p:nvPr/>
        </p:nvSpPr>
        <p:spPr>
          <a:xfrm>
            <a:off x="2271387" y="2964850"/>
            <a:ext cx="397933" cy="152400"/>
          </a:xfrm>
          <a:prstGeom prst="rightArrow">
            <a:avLst/>
          </a:prstGeom>
          <a:solidFill>
            <a:srgbClr val="FF0000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0000" tIns="180000" rIns="180000" bIns="180000" numCol="1" spcCol="0" rtlCol="0" fromWordArt="0" anchor="t" anchorCtr="0" forceAA="0" compatLnSpc="1">
            <a:prstTxWarp prst="textNoShape">
              <a:avLst/>
            </a:prstTxWarp>
            <a:normAutofit fontScale="25000" lnSpcReduction="20000"/>
          </a:bodyPr>
          <a:lstStyle/>
          <a:p>
            <a:pPr algn="l">
              <a:lnSpc>
                <a:spcPct val="130000"/>
              </a:lnSpc>
            </a:pPr>
            <a:endParaRPr kumimoji="1" lang="zh-CN" altLang="en-US" sz="2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02539ED8-F03A-9E5A-17E3-1A4671BCA6E4}"/>
              </a:ext>
            </a:extLst>
          </p:cNvPr>
          <p:cNvSpPr/>
          <p:nvPr/>
        </p:nvSpPr>
        <p:spPr>
          <a:xfrm>
            <a:off x="3027239" y="3806036"/>
            <a:ext cx="1239961" cy="240065"/>
          </a:xfrm>
          <a:prstGeom prst="rect">
            <a:avLst/>
          </a:prstGeom>
          <a:noFill/>
          <a:ln w="381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0000" tIns="180000" rIns="180000" bIns="180000" numCol="1" spcCol="0" rtlCol="0" fromWordArt="0" anchor="t" anchorCtr="0" forceAA="0" compatLnSpc="1">
            <a:prstTxWarp prst="textNoShape">
              <a:avLst/>
            </a:prstTxWarp>
            <a:normAutofit fontScale="25000" lnSpcReduction="20000"/>
          </a:bodyPr>
          <a:lstStyle/>
          <a:p>
            <a:pPr algn="l">
              <a:lnSpc>
                <a:spcPct val="130000"/>
              </a:lnSpc>
            </a:pPr>
            <a:endParaRPr kumimoji="1" lang="zh-CN" altLang="en-US" sz="2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9B788F0E-59E3-75C5-A776-5AEBB421500C}"/>
              </a:ext>
            </a:extLst>
          </p:cNvPr>
          <p:cNvSpPr txBox="1"/>
          <p:nvPr/>
        </p:nvSpPr>
        <p:spPr>
          <a:xfrm>
            <a:off x="474133" y="4309602"/>
            <a:ext cx="2171103" cy="4801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n-US" altLang="zh-CN" sz="2800" b="1" dirty="0" err="1">
                <a:solidFill>
                  <a:srgbClr val="FF0000"/>
                </a:solidFill>
                <a:latin typeface="+mj-lt"/>
                <a:ea typeface="+mj-ea"/>
                <a:cs typeface="+mj-cs"/>
              </a:rPr>
              <a:t>server_files</a:t>
            </a:r>
            <a:endParaRPr lang="zh-CN" altLang="en-US" sz="2800" b="1" dirty="0">
              <a:solidFill>
                <a:srgbClr val="8D0A43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23" name="箭头: 右 22">
            <a:extLst>
              <a:ext uri="{FF2B5EF4-FFF2-40B4-BE49-F238E27FC236}">
                <a16:creationId xmlns:a16="http://schemas.microsoft.com/office/drawing/2014/main" id="{70AFEC00-8BC6-C8B0-472A-EFCFD1B4E09E}"/>
              </a:ext>
            </a:extLst>
          </p:cNvPr>
          <p:cNvSpPr/>
          <p:nvPr/>
        </p:nvSpPr>
        <p:spPr>
          <a:xfrm rot="20105231">
            <a:off x="2446270" y="4021433"/>
            <a:ext cx="397933" cy="163538"/>
          </a:xfrm>
          <a:prstGeom prst="rightArrow">
            <a:avLst/>
          </a:prstGeom>
          <a:solidFill>
            <a:srgbClr val="FF0000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0000" tIns="180000" rIns="180000" bIns="180000" numCol="1" spcCol="0" rtlCol="0" fromWordArt="0" anchor="t" anchorCtr="0" forceAA="0" compatLnSpc="1">
            <a:prstTxWarp prst="textNoShape">
              <a:avLst/>
            </a:prstTxWarp>
            <a:normAutofit fontScale="25000" lnSpcReduction="20000"/>
          </a:bodyPr>
          <a:lstStyle/>
          <a:p>
            <a:pPr algn="l">
              <a:lnSpc>
                <a:spcPct val="130000"/>
              </a:lnSpc>
            </a:pPr>
            <a:endParaRPr kumimoji="1" lang="zh-CN" altLang="en-US" sz="2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6CFB37EB-563E-EFA9-7D3F-13668C2EE137}"/>
              </a:ext>
            </a:extLst>
          </p:cNvPr>
          <p:cNvSpPr/>
          <p:nvPr/>
        </p:nvSpPr>
        <p:spPr>
          <a:xfrm>
            <a:off x="3183467" y="2209800"/>
            <a:ext cx="999066" cy="208693"/>
          </a:xfrm>
          <a:prstGeom prst="rect">
            <a:avLst/>
          </a:prstGeom>
          <a:noFill/>
          <a:ln w="381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0000" tIns="180000" rIns="180000" bIns="180000" numCol="1" spcCol="0" rtlCol="0" fromWordArt="0" anchor="t" anchorCtr="0" forceAA="0" compatLnSpc="1">
            <a:prstTxWarp prst="textNoShape">
              <a:avLst/>
            </a:prstTxWarp>
            <a:normAutofit fontScale="25000" lnSpcReduction="20000"/>
          </a:bodyPr>
          <a:lstStyle/>
          <a:p>
            <a:pPr algn="l">
              <a:lnSpc>
                <a:spcPct val="130000"/>
              </a:lnSpc>
            </a:pPr>
            <a:endParaRPr kumimoji="1" lang="zh-CN" altLang="en-US" sz="2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9" name="箭头: 右 28">
            <a:extLst>
              <a:ext uri="{FF2B5EF4-FFF2-40B4-BE49-F238E27FC236}">
                <a16:creationId xmlns:a16="http://schemas.microsoft.com/office/drawing/2014/main" id="{F90F0A2F-E495-5531-A17D-3205D51AE3B0}"/>
              </a:ext>
            </a:extLst>
          </p:cNvPr>
          <p:cNvSpPr/>
          <p:nvPr/>
        </p:nvSpPr>
        <p:spPr>
          <a:xfrm rot="8533702">
            <a:off x="4083260" y="1425404"/>
            <a:ext cx="1327480" cy="240567"/>
          </a:xfrm>
          <a:prstGeom prst="rightArrow">
            <a:avLst>
              <a:gd name="adj1" fmla="val 45569"/>
              <a:gd name="adj2" fmla="val 50000"/>
            </a:avLst>
          </a:prstGeom>
          <a:solidFill>
            <a:srgbClr val="FF0000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0000" tIns="180000" rIns="180000" bIns="180000" numCol="1" spcCol="0" rtlCol="0" fromWordArt="0" anchor="t" anchorCtr="0" forceAA="0" compatLnSpc="1">
            <a:prstTxWarp prst="textNoShape">
              <a:avLst/>
            </a:prstTxWarp>
            <a:normAutofit fontScale="25000" lnSpcReduction="20000"/>
          </a:bodyPr>
          <a:lstStyle/>
          <a:p>
            <a:pPr algn="l">
              <a:lnSpc>
                <a:spcPct val="130000"/>
              </a:lnSpc>
            </a:pPr>
            <a:endParaRPr kumimoji="1" lang="zh-CN" altLang="en-US" sz="2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58ED0897-7EB9-20FB-E17F-67180BBA7A26}"/>
              </a:ext>
            </a:extLst>
          </p:cNvPr>
          <p:cNvSpPr txBox="1"/>
          <p:nvPr/>
        </p:nvSpPr>
        <p:spPr>
          <a:xfrm>
            <a:off x="4894991" y="561142"/>
            <a:ext cx="240201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b="1" dirty="0" err="1">
                <a:solidFill>
                  <a:srgbClr val="FF0000"/>
                </a:solidFill>
                <a:latin typeface="+mj-lt"/>
                <a:ea typeface="+mj-ea"/>
                <a:cs typeface="+mj-cs"/>
              </a:rPr>
              <a:t>client_downloads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1454968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1944712A-C489-6DAF-EF3F-1711FE79D40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3649" y="1171526"/>
            <a:ext cx="6790951" cy="2487433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DBFA8B52-3998-593F-4D64-CF65EF2B1E5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3649" y="3870114"/>
            <a:ext cx="8144449" cy="2403686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D1833DD1-DD95-4AA3-6906-E243DE138F9C}"/>
              </a:ext>
            </a:extLst>
          </p:cNvPr>
          <p:cNvSpPr txBox="1"/>
          <p:nvPr/>
        </p:nvSpPr>
        <p:spPr>
          <a:xfrm>
            <a:off x="8263468" y="1794934"/>
            <a:ext cx="2836334" cy="865384"/>
          </a:xfrm>
          <a:prstGeom prst="rect">
            <a:avLst/>
          </a:prstGeom>
          <a:noFill/>
        </p:spPr>
        <p:txBody>
          <a:bodyPr wrap="square" lIns="180000" tIns="180000" rIns="180000" bIns="180000" rtlCol="0">
            <a:spAutoFit/>
          </a:bodyPr>
          <a:lstStyle/>
          <a:p>
            <a:pPr algn="just">
              <a:lnSpc>
                <a:spcPct val="130000"/>
              </a:lnSpc>
              <a:spcAft>
                <a:spcPts val="600"/>
              </a:spcAft>
            </a:pPr>
            <a:r>
              <a:rPr kumimoji="1" lang="en-US" altLang="zh-CN" sz="2800" b="1" dirty="0">
                <a:solidFill>
                  <a:srgbClr val="FF0000"/>
                </a:solidFill>
              </a:rPr>
              <a:t>Terminal Info</a:t>
            </a:r>
            <a:endParaRPr kumimoji="1" lang="zh-CN" altLang="en-US" sz="2800" b="1" dirty="0">
              <a:solidFill>
                <a:srgbClr val="FF0000"/>
              </a:solidFill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9530BE4D-730D-55B6-BAC1-243D14505DBD}"/>
              </a:ext>
            </a:extLst>
          </p:cNvPr>
          <p:cNvSpPr txBox="1"/>
          <p:nvPr/>
        </p:nvSpPr>
        <p:spPr>
          <a:xfrm>
            <a:off x="9525000" y="4436065"/>
            <a:ext cx="2006600" cy="865384"/>
          </a:xfrm>
          <a:prstGeom prst="rect">
            <a:avLst/>
          </a:prstGeom>
          <a:noFill/>
        </p:spPr>
        <p:txBody>
          <a:bodyPr wrap="square" lIns="180000" tIns="180000" rIns="180000" bIns="180000" rtlCol="0">
            <a:spAutoFit/>
          </a:bodyPr>
          <a:lstStyle/>
          <a:p>
            <a:pPr algn="just">
              <a:lnSpc>
                <a:spcPct val="130000"/>
              </a:lnSpc>
              <a:spcAft>
                <a:spcPts val="600"/>
              </a:spcAft>
            </a:pPr>
            <a:r>
              <a:rPr kumimoji="1" lang="en-US" altLang="zh-CN" sz="2800" b="1" dirty="0">
                <a:solidFill>
                  <a:srgbClr val="FF0000"/>
                </a:solidFill>
              </a:rPr>
              <a:t>users.dat</a:t>
            </a:r>
            <a:endParaRPr kumimoji="1" lang="zh-CN" altLang="en-US" sz="2800" b="1" dirty="0">
              <a:solidFill>
                <a:srgbClr val="FF0000"/>
              </a:solidFill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9B0872F3-490E-1D8C-1B4A-E1E966B38B57}"/>
              </a:ext>
            </a:extLst>
          </p:cNvPr>
          <p:cNvSpPr txBox="1"/>
          <p:nvPr/>
        </p:nvSpPr>
        <p:spPr>
          <a:xfrm>
            <a:off x="8956565" y="5350470"/>
            <a:ext cx="3235435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All user data is persisted in users.dat, and uploaded files are saved to server_files/.</a:t>
            </a:r>
          </a:p>
        </p:txBody>
      </p:sp>
    </p:spTree>
    <p:extLst>
      <p:ext uri="{BB962C8B-B14F-4D97-AF65-F5344CB8AC3E}">
        <p14:creationId xmlns:p14="http://schemas.microsoft.com/office/powerpoint/2010/main" val="27422292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ED9D5E33-F33B-6781-1B3E-78B341DACE14}"/>
              </a:ext>
            </a:extLst>
          </p:cNvPr>
          <p:cNvSpPr txBox="1"/>
          <p:nvPr/>
        </p:nvSpPr>
        <p:spPr>
          <a:xfrm>
            <a:off x="2048933" y="1842224"/>
            <a:ext cx="8094133" cy="1331409"/>
          </a:xfrm>
          <a:prstGeom prst="rect">
            <a:avLst/>
          </a:prstGeom>
          <a:noFill/>
        </p:spPr>
        <p:txBody>
          <a:bodyPr wrap="square" lIns="180000" tIns="180000" rIns="180000" bIns="180000" rtlCol="0">
            <a:spAutoFit/>
          </a:bodyPr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lang="en-US" altLang="zh-CN" sz="5400" b="1" dirty="0">
                <a:solidFill>
                  <a:srgbClr val="8D0A43"/>
                </a:solidFill>
                <a:latin typeface="+mj-lt"/>
                <a:ea typeface="+mj-ea"/>
                <a:cs typeface="+mj-cs"/>
              </a:rPr>
              <a:t>Thanks for listening!</a:t>
            </a:r>
            <a:endParaRPr lang="zh-CN" altLang="en-US" sz="5400" b="1" dirty="0">
              <a:solidFill>
                <a:srgbClr val="8D0A43"/>
              </a:solidFill>
              <a:latin typeface="+mj-lt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36411074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主题​​">
  <a:themeElements>
    <a:clrScheme name="Office">
      <a:dk1>
        <a:srgbClr val="000000"/>
      </a:dk1>
      <a:lt1>
        <a:srgbClr val="FFFFFF"/>
      </a:lt1>
      <a:dk2>
        <a:srgbClr val="768395"/>
      </a:dk2>
      <a:lt2>
        <a:srgbClr val="F0F0F0"/>
      </a:lt2>
      <a:accent1>
        <a:srgbClr val="074996"/>
      </a:accent1>
      <a:accent2>
        <a:srgbClr val="F30017"/>
      </a:accent2>
      <a:accent3>
        <a:srgbClr val="FC5960"/>
      </a:accent3>
      <a:accent4>
        <a:srgbClr val="0D86D9"/>
      </a:accent4>
      <a:accent5>
        <a:srgbClr val="1E7CB1"/>
      </a:accent5>
      <a:accent6>
        <a:srgbClr val="93CCEB"/>
      </a:accent6>
      <a:hlink>
        <a:srgbClr val="4472C4"/>
      </a:hlink>
      <a:folHlink>
        <a:srgbClr val="BFBFBF"/>
      </a:folHlink>
    </a:clrScheme>
    <a:fontScheme name="模板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>
          <a:solidFill>
            <a:schemeClr val="accent2"/>
          </a:solidFill>
        </a:ln>
      </a:spPr>
      <a:bodyPr rot="0" spcFirstLastPara="0" vertOverflow="overflow" horzOverflow="overflow" vert="horz" wrap="square" lIns="180000" tIns="180000" rIns="180000" bIns="180000" numCol="1" spcCol="0" rtlCol="0" fromWordArt="0" anchor="t" anchorCtr="0" forceAA="0" compatLnSpc="1">
        <a:prstTxWarp prst="textNoShape">
          <a:avLst/>
        </a:prstTxWarp>
        <a:normAutofit/>
      </a:bodyPr>
      <a:lstStyle>
        <a:defPPr algn="l">
          <a:lnSpc>
            <a:spcPct val="130000"/>
          </a:lnSpc>
          <a:defRPr kumimoji="1" sz="2000" dirty="0" smtClean="0">
            <a:solidFill>
              <a:schemeClr val="tx1">
                <a:lumMod val="75000"/>
                <a:lumOff val="25000"/>
              </a:schemeClr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accent2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lIns="180000" tIns="180000" rIns="180000" bIns="180000" rtlCol="0">
        <a:spAutoFit/>
      </a:bodyPr>
      <a:lstStyle>
        <a:defPPr algn="just">
          <a:lnSpc>
            <a:spcPct val="130000"/>
          </a:lnSpc>
          <a:spcAft>
            <a:spcPts val="600"/>
          </a:spcAft>
          <a:defRPr kumimoji="1" dirty="0">
            <a:solidFill>
              <a:schemeClr val="tx1">
                <a:lumMod val="75000"/>
                <a:lumOff val="25000"/>
              </a:schemeClr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新建 PPT 演示文稿</Template>
  <TotalTime>672</TotalTime>
  <Words>570</Words>
  <Application>Microsoft Office PowerPoint</Application>
  <PresentationFormat>宽屏</PresentationFormat>
  <Paragraphs>78</Paragraphs>
  <Slides>14</Slides>
  <Notes>8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14</vt:i4>
      </vt:variant>
    </vt:vector>
  </HeadingPairs>
  <TitlesOfParts>
    <vt:vector size="23" baseType="lpstr">
      <vt:lpstr>JetBrains Mono</vt:lpstr>
      <vt:lpstr>等线</vt:lpstr>
      <vt:lpstr>等线 Light</vt:lpstr>
      <vt:lpstr>微软雅黑</vt:lpstr>
      <vt:lpstr>Arial</vt:lpstr>
      <vt:lpstr>Calibri</vt:lpstr>
      <vt:lpstr>Century Gothic</vt:lpstr>
      <vt:lpstr>Office 主题​​</vt:lpstr>
      <vt:lpstr>1_Office 主题​​</vt:lpstr>
      <vt:lpstr>Multi-Threaded Client-Server Chat Application with Encryption 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2841946644@qq.com</dc:creator>
  <cp:lastModifiedBy>2841946644@qq.com</cp:lastModifiedBy>
  <cp:revision>52</cp:revision>
  <dcterms:created xsi:type="dcterms:W3CDTF">2025-12-18T02:24:50Z</dcterms:created>
  <dcterms:modified xsi:type="dcterms:W3CDTF">2026-06-30T08:57:04Z</dcterms:modified>
</cp:coreProperties>
</file>